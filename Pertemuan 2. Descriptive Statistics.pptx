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5143500" cx="9144000"/>
  <p:notesSz cx="6858000" cy="9144000"/>
  <p:embeddedFontLst>
    <p:embeddedFont>
      <p:font typeface="Inter"/>
      <p:regular r:id="rId13"/>
      <p:bold r:id="rId14"/>
      <p:italic r:id="rId15"/>
      <p:boldItalic r:id="rId16"/>
    </p:embeddedFont>
    <p:embeddedFont>
      <p:font typeface="Manrope SemiBold"/>
      <p:regular r:id="rId17"/>
      <p:bold r:id="rId18"/>
    </p:embeddedFont>
    <p:embeddedFont>
      <p:font typeface="Manrope"/>
      <p:regular r:id="rId19"/>
      <p:bold r:id="rId20"/>
    </p:embeddedFont>
    <p:embeddedFont>
      <p:font typeface="Manrope Medium"/>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jyLQJC/N9Yu9kBwqAHUhf+eu4l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anrope-bold.fntdata"/><Relationship Id="rId22" Type="http://schemas.openxmlformats.org/officeDocument/2006/relationships/font" Target="fonts/ManropeMedium-bold.fntdata"/><Relationship Id="rId21" Type="http://schemas.openxmlformats.org/officeDocument/2006/relationships/font" Target="fonts/ManropeMedium-regular.fntdata"/><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Inter-regular.fntdata"/><Relationship Id="rId12" Type="http://schemas.openxmlformats.org/officeDocument/2006/relationships/slide" Target="slides/slide8.xml"/><Relationship Id="rId15" Type="http://schemas.openxmlformats.org/officeDocument/2006/relationships/font" Target="fonts/Inter-italic.fntdata"/><Relationship Id="rId14" Type="http://schemas.openxmlformats.org/officeDocument/2006/relationships/font" Target="fonts/Inter-bold.fntdata"/><Relationship Id="rId17" Type="http://schemas.openxmlformats.org/officeDocument/2006/relationships/font" Target="fonts/ManropeSemiBold-regular.fntdata"/><Relationship Id="rId16" Type="http://schemas.openxmlformats.org/officeDocument/2006/relationships/font" Target="fonts/Inter-boldItalic.fntdata"/><Relationship Id="rId19" Type="http://schemas.openxmlformats.org/officeDocument/2006/relationships/font" Target="fonts/Manrope-regular.fntdata"/><Relationship Id="rId18" Type="http://schemas.openxmlformats.org/officeDocument/2006/relationships/font" Target="fonts/Manrope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7" name="Google Shape;150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1" name="Google Shape;153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8" name="Shape 1608"/>
        <p:cNvGrpSpPr/>
        <p:nvPr/>
      </p:nvGrpSpPr>
      <p:grpSpPr>
        <a:xfrm>
          <a:off x="0" y="0"/>
          <a:ext cx="0" cy="0"/>
          <a:chOff x="0" y="0"/>
          <a:chExt cx="0" cy="0"/>
        </a:xfrm>
      </p:grpSpPr>
      <p:sp>
        <p:nvSpPr>
          <p:cNvPr id="1609" name="Google Shape;160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0" name="Google Shape;161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7" name="Google Shape;162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3" name="Shape 1653"/>
        <p:cNvGrpSpPr/>
        <p:nvPr/>
      </p:nvGrpSpPr>
      <p:grpSpPr>
        <a:xfrm>
          <a:off x="0" y="0"/>
          <a:ext cx="0" cy="0"/>
          <a:chOff x="0" y="0"/>
          <a:chExt cx="0" cy="0"/>
        </a:xfrm>
      </p:grpSpPr>
      <p:sp>
        <p:nvSpPr>
          <p:cNvPr id="1654" name="Google Shape;165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5" name="Google Shape;165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2" name="Google Shape;166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3" name="Shape 1703"/>
        <p:cNvGrpSpPr/>
        <p:nvPr/>
      </p:nvGrpSpPr>
      <p:grpSpPr>
        <a:xfrm>
          <a:off x="0" y="0"/>
          <a:ext cx="0" cy="0"/>
          <a:chOff x="0" y="0"/>
          <a:chExt cx="0" cy="0"/>
        </a:xfrm>
      </p:grpSpPr>
      <p:sp>
        <p:nvSpPr>
          <p:cNvPr id="1704" name="Google Shape;170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5" name="Google Shape;170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9" name="Google Shape;171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s://flaticon.com/" TargetMode="External"/><Relationship Id="rId4" Type="http://schemas.openxmlformats.org/officeDocument/2006/relationships/hyperlink" Target="https://freepik.com/"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59"/>
          <p:cNvSpPr txBox="1"/>
          <p:nvPr>
            <p:ph type="ctrTitle"/>
          </p:nvPr>
        </p:nvSpPr>
        <p:spPr>
          <a:xfrm>
            <a:off x="646675" y="1733575"/>
            <a:ext cx="4211100" cy="135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700"/>
              <a:buNone/>
              <a:defRPr sz="4200"/>
            </a:lvl1pPr>
            <a:lvl2pPr lvl="1" algn="l">
              <a:lnSpc>
                <a:spcPct val="100000"/>
              </a:lnSpc>
              <a:spcBef>
                <a:spcPts val="0"/>
              </a:spcBef>
              <a:spcAft>
                <a:spcPts val="0"/>
              </a:spcAft>
              <a:buSzPts val="4700"/>
              <a:buNone/>
              <a:defRPr sz="4700"/>
            </a:lvl2pPr>
            <a:lvl3pPr lvl="2" algn="l">
              <a:lnSpc>
                <a:spcPct val="100000"/>
              </a:lnSpc>
              <a:spcBef>
                <a:spcPts val="0"/>
              </a:spcBef>
              <a:spcAft>
                <a:spcPts val="0"/>
              </a:spcAft>
              <a:buSzPts val="4700"/>
              <a:buNone/>
              <a:defRPr sz="4700"/>
            </a:lvl3pPr>
            <a:lvl4pPr lvl="3" algn="l">
              <a:lnSpc>
                <a:spcPct val="100000"/>
              </a:lnSpc>
              <a:spcBef>
                <a:spcPts val="0"/>
              </a:spcBef>
              <a:spcAft>
                <a:spcPts val="0"/>
              </a:spcAft>
              <a:buSzPts val="4700"/>
              <a:buNone/>
              <a:defRPr sz="4700"/>
            </a:lvl4pPr>
            <a:lvl5pPr lvl="4" algn="l">
              <a:lnSpc>
                <a:spcPct val="100000"/>
              </a:lnSpc>
              <a:spcBef>
                <a:spcPts val="0"/>
              </a:spcBef>
              <a:spcAft>
                <a:spcPts val="0"/>
              </a:spcAft>
              <a:buSzPts val="4700"/>
              <a:buNone/>
              <a:defRPr sz="4700"/>
            </a:lvl5pPr>
            <a:lvl6pPr lvl="5" algn="l">
              <a:lnSpc>
                <a:spcPct val="100000"/>
              </a:lnSpc>
              <a:spcBef>
                <a:spcPts val="0"/>
              </a:spcBef>
              <a:spcAft>
                <a:spcPts val="0"/>
              </a:spcAft>
              <a:buSzPts val="4700"/>
              <a:buNone/>
              <a:defRPr sz="4700"/>
            </a:lvl6pPr>
            <a:lvl7pPr lvl="6" algn="l">
              <a:lnSpc>
                <a:spcPct val="100000"/>
              </a:lnSpc>
              <a:spcBef>
                <a:spcPts val="0"/>
              </a:spcBef>
              <a:spcAft>
                <a:spcPts val="0"/>
              </a:spcAft>
              <a:buSzPts val="4700"/>
              <a:buNone/>
              <a:defRPr sz="4700"/>
            </a:lvl7pPr>
            <a:lvl8pPr lvl="7" algn="l">
              <a:lnSpc>
                <a:spcPct val="100000"/>
              </a:lnSpc>
              <a:spcBef>
                <a:spcPts val="0"/>
              </a:spcBef>
              <a:spcAft>
                <a:spcPts val="0"/>
              </a:spcAft>
              <a:buSzPts val="4700"/>
              <a:buNone/>
              <a:defRPr sz="4700"/>
            </a:lvl8pPr>
            <a:lvl9pPr lvl="8" algn="l">
              <a:lnSpc>
                <a:spcPct val="100000"/>
              </a:lnSpc>
              <a:spcBef>
                <a:spcPts val="0"/>
              </a:spcBef>
              <a:spcAft>
                <a:spcPts val="0"/>
              </a:spcAft>
              <a:buSzPts val="4700"/>
              <a:buNone/>
              <a:defRPr sz="4700"/>
            </a:lvl9pPr>
          </a:lstStyle>
          <a:p/>
        </p:txBody>
      </p:sp>
      <p:sp>
        <p:nvSpPr>
          <p:cNvPr id="10" name="Google Shape;10;p59"/>
          <p:cNvSpPr txBox="1"/>
          <p:nvPr>
            <p:ph idx="1" type="subTitle"/>
          </p:nvPr>
        </p:nvSpPr>
        <p:spPr>
          <a:xfrm>
            <a:off x="646675" y="3233125"/>
            <a:ext cx="4211100" cy="37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grpSp>
        <p:nvGrpSpPr>
          <p:cNvPr id="11" name="Google Shape;11;p59"/>
          <p:cNvGrpSpPr/>
          <p:nvPr/>
        </p:nvGrpSpPr>
        <p:grpSpPr>
          <a:xfrm>
            <a:off x="-1115775" y="4467744"/>
            <a:ext cx="2577160" cy="2638568"/>
            <a:chOff x="-1115775" y="4467744"/>
            <a:chExt cx="2577160" cy="2638568"/>
          </a:xfrm>
        </p:grpSpPr>
        <p:sp>
          <p:nvSpPr>
            <p:cNvPr id="12" name="Google Shape;12;p59"/>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3" name="Google Shape;13;p59"/>
            <p:cNvGrpSpPr/>
            <p:nvPr/>
          </p:nvGrpSpPr>
          <p:grpSpPr>
            <a:xfrm flipH="1" rot="5400000">
              <a:off x="-1115103" y="4529824"/>
              <a:ext cx="2575817" cy="2577160"/>
              <a:chOff x="1550275" y="1493275"/>
              <a:chExt cx="1582100" cy="1582925"/>
            </a:xfrm>
          </p:grpSpPr>
          <p:sp>
            <p:nvSpPr>
              <p:cNvPr id="14" name="Google Shape;14;p59"/>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 name="Google Shape;15;p59"/>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6" name="Google Shape;16;p59"/>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7" name="Google Shape;17;p59"/>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8" name="Google Shape;18;p59"/>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9" name="Google Shape;19;p59"/>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0" name="Google Shape;20;p59"/>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 name="Google Shape;21;p59"/>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2" name="Google Shape;22;p59"/>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 name="Google Shape;23;p59"/>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4" name="Google Shape;24;p59"/>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 name="Google Shape;25;p59"/>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6" name="Google Shape;26;p59"/>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7" name="Google Shape;27;p59"/>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28" name="Google Shape;28;p59"/>
          <p:cNvGrpSpPr/>
          <p:nvPr/>
        </p:nvGrpSpPr>
        <p:grpSpPr>
          <a:xfrm>
            <a:off x="5985576" y="4420825"/>
            <a:ext cx="2744275" cy="2727763"/>
            <a:chOff x="5985575" y="4420825"/>
            <a:chExt cx="2744275" cy="2727763"/>
          </a:xfrm>
        </p:grpSpPr>
        <p:sp>
          <p:nvSpPr>
            <p:cNvPr id="29" name="Google Shape;29;p59"/>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30" name="Google Shape;30;p59"/>
            <p:cNvGrpSpPr/>
            <p:nvPr/>
          </p:nvGrpSpPr>
          <p:grpSpPr>
            <a:xfrm flipH="1" rot="5400000">
              <a:off x="5986247" y="4572099"/>
              <a:ext cx="2575817" cy="2577160"/>
              <a:chOff x="1550275" y="1493275"/>
              <a:chExt cx="1582100" cy="1582925"/>
            </a:xfrm>
          </p:grpSpPr>
          <p:sp>
            <p:nvSpPr>
              <p:cNvPr id="31" name="Google Shape;31;p59"/>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2" name="Google Shape;32;p59"/>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3" name="Google Shape;33;p59"/>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4" name="Google Shape;34;p59"/>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5" name="Google Shape;35;p59"/>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6" name="Google Shape;36;p59"/>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7" name="Google Shape;37;p59"/>
              <p:cNvSpPr/>
              <p:nvPr/>
            </p:nvSpPr>
            <p:spPr>
              <a:xfrm>
                <a:off x="1736066" y="1684329"/>
                <a:ext cx="1122388" cy="1100964"/>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 name="Google Shape;38;p59"/>
              <p:cNvSpPr/>
              <p:nvPr/>
            </p:nvSpPr>
            <p:spPr>
              <a:xfrm>
                <a:off x="1800052" y="1767251"/>
                <a:ext cx="1142033" cy="1118596"/>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9" name="Google Shape;39;p59"/>
              <p:cNvSpPr/>
              <p:nvPr/>
            </p:nvSpPr>
            <p:spPr>
              <a:xfrm>
                <a:off x="1946313" y="1863204"/>
                <a:ext cx="1065738" cy="1068357"/>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0" name="Google Shape;40;p59"/>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1" name="Google Shape;41;p59"/>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2" name="Google Shape;42;p59"/>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3" name="Google Shape;43;p59"/>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4" name="Google Shape;44;p59"/>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_1_1">
    <p:spTree>
      <p:nvGrpSpPr>
        <p:cNvPr id="45" name="Shape 45"/>
        <p:cNvGrpSpPr/>
        <p:nvPr/>
      </p:nvGrpSpPr>
      <p:grpSpPr>
        <a:xfrm>
          <a:off x="0" y="0"/>
          <a:ext cx="0" cy="0"/>
          <a:chOff x="0" y="0"/>
          <a:chExt cx="0" cy="0"/>
        </a:xfrm>
      </p:grpSpPr>
      <p:grpSp>
        <p:nvGrpSpPr>
          <p:cNvPr id="46" name="Google Shape;46;p60"/>
          <p:cNvGrpSpPr/>
          <p:nvPr/>
        </p:nvGrpSpPr>
        <p:grpSpPr>
          <a:xfrm flipH="1">
            <a:off x="7799028" y="4289170"/>
            <a:ext cx="2577160" cy="2638568"/>
            <a:chOff x="-1115775" y="4467744"/>
            <a:chExt cx="2577160" cy="2638568"/>
          </a:xfrm>
        </p:grpSpPr>
        <p:sp>
          <p:nvSpPr>
            <p:cNvPr id="47" name="Google Shape;47;p60"/>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48" name="Google Shape;48;p60"/>
            <p:cNvGrpSpPr/>
            <p:nvPr/>
          </p:nvGrpSpPr>
          <p:grpSpPr>
            <a:xfrm flipH="1" rot="5400000">
              <a:off x="-1115103" y="4529824"/>
              <a:ext cx="2575817" cy="2577160"/>
              <a:chOff x="1550275" y="1493275"/>
              <a:chExt cx="1582100" cy="1582925"/>
            </a:xfrm>
          </p:grpSpPr>
          <p:sp>
            <p:nvSpPr>
              <p:cNvPr id="49" name="Google Shape;49;p60"/>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0" name="Google Shape;50;p60"/>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1" name="Google Shape;51;p60"/>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2" name="Google Shape;52;p60"/>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3" name="Google Shape;53;p60"/>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4" name="Google Shape;54;p60"/>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5" name="Google Shape;55;p60"/>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6" name="Google Shape;56;p60"/>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 name="Google Shape;57;p60"/>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8" name="Google Shape;58;p60"/>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9" name="Google Shape;59;p60"/>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0" name="Google Shape;60;p60"/>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1" name="Google Shape;61;p60"/>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2" name="Google Shape;62;p60"/>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
        <p:nvSpPr>
          <p:cNvPr id="63" name="Google Shape;63;p60"/>
          <p:cNvSpPr txBox="1"/>
          <p:nvPr>
            <p:ph type="title"/>
          </p:nvPr>
        </p:nvSpPr>
        <p:spPr>
          <a:xfrm>
            <a:off x="4709575" y="1310875"/>
            <a:ext cx="3474000" cy="12930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9200"/>
              <a:buNone/>
              <a:defRPr sz="7200"/>
            </a:lvl1pPr>
            <a:lvl2pPr lvl="1" algn="ctr">
              <a:lnSpc>
                <a:spcPct val="100000"/>
              </a:lnSpc>
              <a:spcBef>
                <a:spcPts val="0"/>
              </a:spcBef>
              <a:spcAft>
                <a:spcPts val="0"/>
              </a:spcAft>
              <a:buSzPts val="9200"/>
              <a:buNone/>
              <a:defRPr sz="9200"/>
            </a:lvl2pPr>
            <a:lvl3pPr lvl="2" algn="ctr">
              <a:lnSpc>
                <a:spcPct val="100000"/>
              </a:lnSpc>
              <a:spcBef>
                <a:spcPts val="0"/>
              </a:spcBef>
              <a:spcAft>
                <a:spcPts val="0"/>
              </a:spcAft>
              <a:buSzPts val="9200"/>
              <a:buNone/>
              <a:defRPr sz="9200"/>
            </a:lvl3pPr>
            <a:lvl4pPr lvl="3" algn="ctr">
              <a:lnSpc>
                <a:spcPct val="100000"/>
              </a:lnSpc>
              <a:spcBef>
                <a:spcPts val="0"/>
              </a:spcBef>
              <a:spcAft>
                <a:spcPts val="0"/>
              </a:spcAft>
              <a:buSzPts val="9200"/>
              <a:buNone/>
              <a:defRPr sz="9200"/>
            </a:lvl4pPr>
            <a:lvl5pPr lvl="4" algn="ctr">
              <a:lnSpc>
                <a:spcPct val="100000"/>
              </a:lnSpc>
              <a:spcBef>
                <a:spcPts val="0"/>
              </a:spcBef>
              <a:spcAft>
                <a:spcPts val="0"/>
              </a:spcAft>
              <a:buSzPts val="9200"/>
              <a:buNone/>
              <a:defRPr sz="9200"/>
            </a:lvl5pPr>
            <a:lvl6pPr lvl="5" algn="ctr">
              <a:lnSpc>
                <a:spcPct val="100000"/>
              </a:lnSpc>
              <a:spcBef>
                <a:spcPts val="0"/>
              </a:spcBef>
              <a:spcAft>
                <a:spcPts val="0"/>
              </a:spcAft>
              <a:buSzPts val="9200"/>
              <a:buNone/>
              <a:defRPr sz="9200"/>
            </a:lvl6pPr>
            <a:lvl7pPr lvl="6" algn="ctr">
              <a:lnSpc>
                <a:spcPct val="100000"/>
              </a:lnSpc>
              <a:spcBef>
                <a:spcPts val="0"/>
              </a:spcBef>
              <a:spcAft>
                <a:spcPts val="0"/>
              </a:spcAft>
              <a:buSzPts val="9200"/>
              <a:buNone/>
              <a:defRPr sz="9200"/>
            </a:lvl7pPr>
            <a:lvl8pPr lvl="7" algn="ctr">
              <a:lnSpc>
                <a:spcPct val="100000"/>
              </a:lnSpc>
              <a:spcBef>
                <a:spcPts val="0"/>
              </a:spcBef>
              <a:spcAft>
                <a:spcPts val="0"/>
              </a:spcAft>
              <a:buSzPts val="9200"/>
              <a:buNone/>
              <a:defRPr sz="9200"/>
            </a:lvl8pPr>
            <a:lvl9pPr lvl="8" algn="ctr">
              <a:lnSpc>
                <a:spcPct val="100000"/>
              </a:lnSpc>
              <a:spcBef>
                <a:spcPts val="0"/>
              </a:spcBef>
              <a:spcAft>
                <a:spcPts val="0"/>
              </a:spcAft>
              <a:buSzPts val="9200"/>
              <a:buNone/>
              <a:defRPr sz="9200"/>
            </a:lvl9pPr>
          </a:lstStyle>
          <a:p/>
        </p:txBody>
      </p:sp>
      <p:sp>
        <p:nvSpPr>
          <p:cNvPr id="64" name="Google Shape;64;p60"/>
          <p:cNvSpPr txBox="1"/>
          <p:nvPr>
            <p:ph idx="1" type="subTitle"/>
          </p:nvPr>
        </p:nvSpPr>
        <p:spPr>
          <a:xfrm>
            <a:off x="4709575" y="2645425"/>
            <a:ext cx="3474000" cy="1038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grpSp>
        <p:nvGrpSpPr>
          <p:cNvPr id="65" name="Google Shape;65;p60"/>
          <p:cNvGrpSpPr/>
          <p:nvPr/>
        </p:nvGrpSpPr>
        <p:grpSpPr>
          <a:xfrm>
            <a:off x="-1309043" y="4264875"/>
            <a:ext cx="2750618" cy="2741916"/>
            <a:chOff x="2724183" y="-1866850"/>
            <a:chExt cx="2750618" cy="2741916"/>
          </a:xfrm>
        </p:grpSpPr>
        <p:sp>
          <p:nvSpPr>
            <p:cNvPr id="66" name="Google Shape;66;p60"/>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67" name="Google Shape;67;p60"/>
            <p:cNvGrpSpPr/>
            <p:nvPr/>
          </p:nvGrpSpPr>
          <p:grpSpPr>
            <a:xfrm flipH="1" rot="-5400000">
              <a:off x="2724854" y="-1701422"/>
              <a:ext cx="2575817" cy="2577160"/>
              <a:chOff x="1550275" y="1493275"/>
              <a:chExt cx="1582100" cy="1582925"/>
            </a:xfrm>
          </p:grpSpPr>
          <p:sp>
            <p:nvSpPr>
              <p:cNvPr id="68" name="Google Shape;68;p60"/>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9" name="Google Shape;69;p60"/>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0" name="Google Shape;70;p60"/>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1" name="Google Shape;71;p60"/>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2" name="Google Shape;72;p60"/>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3" name="Google Shape;73;p60"/>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4" name="Google Shape;74;p60"/>
              <p:cNvSpPr/>
              <p:nvPr/>
            </p:nvSpPr>
            <p:spPr>
              <a:xfrm>
                <a:off x="1735631" y="1684323"/>
                <a:ext cx="1122767" cy="1115752"/>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5" name="Google Shape;75;p60"/>
              <p:cNvSpPr/>
              <p:nvPr/>
            </p:nvSpPr>
            <p:spPr>
              <a:xfrm>
                <a:off x="1781330" y="1767253"/>
                <a:ext cx="1160811" cy="115158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6" name="Google Shape;76;p60"/>
              <p:cNvSpPr/>
              <p:nvPr/>
            </p:nvSpPr>
            <p:spPr>
              <a:xfrm>
                <a:off x="1891023" y="1863197"/>
                <a:ext cx="1121111" cy="1119801"/>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7" name="Google Shape;77;p60"/>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8" name="Google Shape;78;p60"/>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9" name="Google Shape;79;p60"/>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0" name="Google Shape;80;p60"/>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1" name="Google Shape;81;p60"/>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82" name="Shape 82"/>
        <p:cNvGrpSpPr/>
        <p:nvPr/>
      </p:nvGrpSpPr>
      <p:grpSpPr>
        <a:xfrm>
          <a:off x="0" y="0"/>
          <a:ext cx="0" cy="0"/>
          <a:chOff x="0" y="0"/>
          <a:chExt cx="0" cy="0"/>
        </a:xfrm>
      </p:grpSpPr>
      <p:sp>
        <p:nvSpPr>
          <p:cNvPr id="83" name="Google Shape;83;p61"/>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84" name="Google Shape;84;p61"/>
          <p:cNvSpPr txBox="1"/>
          <p:nvPr>
            <p:ph idx="1" type="subTitle"/>
          </p:nvPr>
        </p:nvSpPr>
        <p:spPr>
          <a:xfrm>
            <a:off x="1746575" y="1668324"/>
            <a:ext cx="2469300" cy="7851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85" name="Google Shape;85;p61"/>
          <p:cNvSpPr txBox="1"/>
          <p:nvPr>
            <p:ph idx="2" type="title"/>
          </p:nvPr>
        </p:nvSpPr>
        <p:spPr>
          <a:xfrm>
            <a:off x="817950" y="1668324"/>
            <a:ext cx="876300" cy="615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600"/>
              <a:buNone/>
              <a:defRPr sz="4400">
                <a:solidFill>
                  <a:schemeClr val="lt2"/>
                </a:solidFill>
              </a:defRPr>
            </a:lvl1pPr>
            <a:lvl2pPr lvl="1" algn="ctr">
              <a:lnSpc>
                <a:spcPct val="100000"/>
              </a:lnSpc>
              <a:spcBef>
                <a:spcPts val="0"/>
              </a:spcBef>
              <a:spcAft>
                <a:spcPts val="0"/>
              </a:spcAft>
              <a:buSzPts val="4600"/>
              <a:buNone/>
              <a:defRPr sz="4600"/>
            </a:lvl2pPr>
            <a:lvl3pPr lvl="2" algn="ctr">
              <a:lnSpc>
                <a:spcPct val="100000"/>
              </a:lnSpc>
              <a:spcBef>
                <a:spcPts val="0"/>
              </a:spcBef>
              <a:spcAft>
                <a:spcPts val="0"/>
              </a:spcAft>
              <a:buSzPts val="4600"/>
              <a:buNone/>
              <a:defRPr sz="4600"/>
            </a:lvl3pPr>
            <a:lvl4pPr lvl="3" algn="ctr">
              <a:lnSpc>
                <a:spcPct val="100000"/>
              </a:lnSpc>
              <a:spcBef>
                <a:spcPts val="0"/>
              </a:spcBef>
              <a:spcAft>
                <a:spcPts val="0"/>
              </a:spcAft>
              <a:buSzPts val="4600"/>
              <a:buNone/>
              <a:defRPr sz="4600"/>
            </a:lvl4pPr>
            <a:lvl5pPr lvl="4" algn="ctr">
              <a:lnSpc>
                <a:spcPct val="100000"/>
              </a:lnSpc>
              <a:spcBef>
                <a:spcPts val="0"/>
              </a:spcBef>
              <a:spcAft>
                <a:spcPts val="0"/>
              </a:spcAft>
              <a:buSzPts val="4600"/>
              <a:buNone/>
              <a:defRPr sz="4600"/>
            </a:lvl5pPr>
            <a:lvl6pPr lvl="5" algn="ctr">
              <a:lnSpc>
                <a:spcPct val="100000"/>
              </a:lnSpc>
              <a:spcBef>
                <a:spcPts val="0"/>
              </a:spcBef>
              <a:spcAft>
                <a:spcPts val="0"/>
              </a:spcAft>
              <a:buSzPts val="4600"/>
              <a:buNone/>
              <a:defRPr sz="4600"/>
            </a:lvl6pPr>
            <a:lvl7pPr lvl="6" algn="ctr">
              <a:lnSpc>
                <a:spcPct val="100000"/>
              </a:lnSpc>
              <a:spcBef>
                <a:spcPts val="0"/>
              </a:spcBef>
              <a:spcAft>
                <a:spcPts val="0"/>
              </a:spcAft>
              <a:buSzPts val="4600"/>
              <a:buNone/>
              <a:defRPr sz="4600"/>
            </a:lvl7pPr>
            <a:lvl8pPr lvl="7" algn="ctr">
              <a:lnSpc>
                <a:spcPct val="100000"/>
              </a:lnSpc>
              <a:spcBef>
                <a:spcPts val="0"/>
              </a:spcBef>
              <a:spcAft>
                <a:spcPts val="0"/>
              </a:spcAft>
              <a:buSzPts val="4600"/>
              <a:buNone/>
              <a:defRPr sz="4600"/>
            </a:lvl8pPr>
            <a:lvl9pPr lvl="8" algn="ctr">
              <a:lnSpc>
                <a:spcPct val="100000"/>
              </a:lnSpc>
              <a:spcBef>
                <a:spcPts val="0"/>
              </a:spcBef>
              <a:spcAft>
                <a:spcPts val="0"/>
              </a:spcAft>
              <a:buSzPts val="4600"/>
              <a:buNone/>
              <a:defRPr sz="4600"/>
            </a:lvl9pPr>
          </a:lstStyle>
          <a:p/>
        </p:txBody>
      </p:sp>
      <p:sp>
        <p:nvSpPr>
          <p:cNvPr id="86" name="Google Shape;86;p61"/>
          <p:cNvSpPr txBox="1"/>
          <p:nvPr>
            <p:ph idx="3" type="subTitle"/>
          </p:nvPr>
        </p:nvSpPr>
        <p:spPr>
          <a:xfrm>
            <a:off x="1746575" y="3224098"/>
            <a:ext cx="2469300" cy="7851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87" name="Google Shape;87;p61"/>
          <p:cNvSpPr txBox="1"/>
          <p:nvPr>
            <p:ph idx="4" type="title"/>
          </p:nvPr>
        </p:nvSpPr>
        <p:spPr>
          <a:xfrm>
            <a:off x="817950" y="3224098"/>
            <a:ext cx="876300" cy="615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600"/>
              <a:buNone/>
              <a:defRPr sz="4400">
                <a:solidFill>
                  <a:schemeClr val="lt2"/>
                </a:solidFill>
              </a:defRPr>
            </a:lvl1pPr>
            <a:lvl2pPr lvl="1" algn="ctr">
              <a:lnSpc>
                <a:spcPct val="100000"/>
              </a:lnSpc>
              <a:spcBef>
                <a:spcPts val="0"/>
              </a:spcBef>
              <a:spcAft>
                <a:spcPts val="0"/>
              </a:spcAft>
              <a:buSzPts val="4600"/>
              <a:buNone/>
              <a:defRPr sz="4600"/>
            </a:lvl2pPr>
            <a:lvl3pPr lvl="2" algn="ctr">
              <a:lnSpc>
                <a:spcPct val="100000"/>
              </a:lnSpc>
              <a:spcBef>
                <a:spcPts val="0"/>
              </a:spcBef>
              <a:spcAft>
                <a:spcPts val="0"/>
              </a:spcAft>
              <a:buSzPts val="4600"/>
              <a:buNone/>
              <a:defRPr sz="4600"/>
            </a:lvl3pPr>
            <a:lvl4pPr lvl="3" algn="ctr">
              <a:lnSpc>
                <a:spcPct val="100000"/>
              </a:lnSpc>
              <a:spcBef>
                <a:spcPts val="0"/>
              </a:spcBef>
              <a:spcAft>
                <a:spcPts val="0"/>
              </a:spcAft>
              <a:buSzPts val="4600"/>
              <a:buNone/>
              <a:defRPr sz="4600"/>
            </a:lvl4pPr>
            <a:lvl5pPr lvl="4" algn="ctr">
              <a:lnSpc>
                <a:spcPct val="100000"/>
              </a:lnSpc>
              <a:spcBef>
                <a:spcPts val="0"/>
              </a:spcBef>
              <a:spcAft>
                <a:spcPts val="0"/>
              </a:spcAft>
              <a:buSzPts val="4600"/>
              <a:buNone/>
              <a:defRPr sz="4600"/>
            </a:lvl5pPr>
            <a:lvl6pPr lvl="5" algn="ctr">
              <a:lnSpc>
                <a:spcPct val="100000"/>
              </a:lnSpc>
              <a:spcBef>
                <a:spcPts val="0"/>
              </a:spcBef>
              <a:spcAft>
                <a:spcPts val="0"/>
              </a:spcAft>
              <a:buSzPts val="4600"/>
              <a:buNone/>
              <a:defRPr sz="4600"/>
            </a:lvl6pPr>
            <a:lvl7pPr lvl="6" algn="ctr">
              <a:lnSpc>
                <a:spcPct val="100000"/>
              </a:lnSpc>
              <a:spcBef>
                <a:spcPts val="0"/>
              </a:spcBef>
              <a:spcAft>
                <a:spcPts val="0"/>
              </a:spcAft>
              <a:buSzPts val="4600"/>
              <a:buNone/>
              <a:defRPr sz="4600"/>
            </a:lvl7pPr>
            <a:lvl8pPr lvl="7" algn="ctr">
              <a:lnSpc>
                <a:spcPct val="100000"/>
              </a:lnSpc>
              <a:spcBef>
                <a:spcPts val="0"/>
              </a:spcBef>
              <a:spcAft>
                <a:spcPts val="0"/>
              </a:spcAft>
              <a:buSzPts val="4600"/>
              <a:buNone/>
              <a:defRPr sz="4600"/>
            </a:lvl8pPr>
            <a:lvl9pPr lvl="8" algn="ctr">
              <a:lnSpc>
                <a:spcPct val="100000"/>
              </a:lnSpc>
              <a:spcBef>
                <a:spcPts val="0"/>
              </a:spcBef>
              <a:spcAft>
                <a:spcPts val="0"/>
              </a:spcAft>
              <a:buSzPts val="4600"/>
              <a:buNone/>
              <a:defRPr sz="4600"/>
            </a:lvl9pPr>
          </a:lstStyle>
          <a:p/>
        </p:txBody>
      </p:sp>
      <p:sp>
        <p:nvSpPr>
          <p:cNvPr id="88" name="Google Shape;88;p61"/>
          <p:cNvSpPr txBox="1"/>
          <p:nvPr>
            <p:ph idx="5" type="subTitle"/>
          </p:nvPr>
        </p:nvSpPr>
        <p:spPr>
          <a:xfrm>
            <a:off x="5808625" y="1668324"/>
            <a:ext cx="2560200" cy="7851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89" name="Google Shape;89;p61"/>
          <p:cNvSpPr txBox="1"/>
          <p:nvPr>
            <p:ph idx="6" type="title"/>
          </p:nvPr>
        </p:nvSpPr>
        <p:spPr>
          <a:xfrm>
            <a:off x="4880000" y="1668324"/>
            <a:ext cx="876300" cy="615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600"/>
              <a:buNone/>
              <a:defRPr sz="4400">
                <a:solidFill>
                  <a:schemeClr val="lt2"/>
                </a:solidFill>
              </a:defRPr>
            </a:lvl1pPr>
            <a:lvl2pPr lvl="1" algn="ctr">
              <a:lnSpc>
                <a:spcPct val="100000"/>
              </a:lnSpc>
              <a:spcBef>
                <a:spcPts val="0"/>
              </a:spcBef>
              <a:spcAft>
                <a:spcPts val="0"/>
              </a:spcAft>
              <a:buSzPts val="4600"/>
              <a:buNone/>
              <a:defRPr sz="4600"/>
            </a:lvl2pPr>
            <a:lvl3pPr lvl="2" algn="ctr">
              <a:lnSpc>
                <a:spcPct val="100000"/>
              </a:lnSpc>
              <a:spcBef>
                <a:spcPts val="0"/>
              </a:spcBef>
              <a:spcAft>
                <a:spcPts val="0"/>
              </a:spcAft>
              <a:buSzPts val="4600"/>
              <a:buNone/>
              <a:defRPr sz="4600"/>
            </a:lvl3pPr>
            <a:lvl4pPr lvl="3" algn="ctr">
              <a:lnSpc>
                <a:spcPct val="100000"/>
              </a:lnSpc>
              <a:spcBef>
                <a:spcPts val="0"/>
              </a:spcBef>
              <a:spcAft>
                <a:spcPts val="0"/>
              </a:spcAft>
              <a:buSzPts val="4600"/>
              <a:buNone/>
              <a:defRPr sz="4600"/>
            </a:lvl4pPr>
            <a:lvl5pPr lvl="4" algn="ctr">
              <a:lnSpc>
                <a:spcPct val="100000"/>
              </a:lnSpc>
              <a:spcBef>
                <a:spcPts val="0"/>
              </a:spcBef>
              <a:spcAft>
                <a:spcPts val="0"/>
              </a:spcAft>
              <a:buSzPts val="4600"/>
              <a:buNone/>
              <a:defRPr sz="4600"/>
            </a:lvl5pPr>
            <a:lvl6pPr lvl="5" algn="ctr">
              <a:lnSpc>
                <a:spcPct val="100000"/>
              </a:lnSpc>
              <a:spcBef>
                <a:spcPts val="0"/>
              </a:spcBef>
              <a:spcAft>
                <a:spcPts val="0"/>
              </a:spcAft>
              <a:buSzPts val="4600"/>
              <a:buNone/>
              <a:defRPr sz="4600"/>
            </a:lvl6pPr>
            <a:lvl7pPr lvl="6" algn="ctr">
              <a:lnSpc>
                <a:spcPct val="100000"/>
              </a:lnSpc>
              <a:spcBef>
                <a:spcPts val="0"/>
              </a:spcBef>
              <a:spcAft>
                <a:spcPts val="0"/>
              </a:spcAft>
              <a:buSzPts val="4600"/>
              <a:buNone/>
              <a:defRPr sz="4600"/>
            </a:lvl7pPr>
            <a:lvl8pPr lvl="7" algn="ctr">
              <a:lnSpc>
                <a:spcPct val="100000"/>
              </a:lnSpc>
              <a:spcBef>
                <a:spcPts val="0"/>
              </a:spcBef>
              <a:spcAft>
                <a:spcPts val="0"/>
              </a:spcAft>
              <a:buSzPts val="4600"/>
              <a:buNone/>
              <a:defRPr sz="4600"/>
            </a:lvl8pPr>
            <a:lvl9pPr lvl="8" algn="ctr">
              <a:lnSpc>
                <a:spcPct val="100000"/>
              </a:lnSpc>
              <a:spcBef>
                <a:spcPts val="0"/>
              </a:spcBef>
              <a:spcAft>
                <a:spcPts val="0"/>
              </a:spcAft>
              <a:buSzPts val="4600"/>
              <a:buNone/>
              <a:defRPr sz="4600"/>
            </a:lvl9pPr>
          </a:lstStyle>
          <a:p/>
        </p:txBody>
      </p:sp>
      <p:sp>
        <p:nvSpPr>
          <p:cNvPr id="90" name="Google Shape;90;p61"/>
          <p:cNvSpPr txBox="1"/>
          <p:nvPr>
            <p:ph idx="7" type="subTitle"/>
          </p:nvPr>
        </p:nvSpPr>
        <p:spPr>
          <a:xfrm>
            <a:off x="5808625" y="3224098"/>
            <a:ext cx="2560200" cy="7851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91" name="Google Shape;91;p61"/>
          <p:cNvSpPr txBox="1"/>
          <p:nvPr>
            <p:ph idx="8" type="title"/>
          </p:nvPr>
        </p:nvSpPr>
        <p:spPr>
          <a:xfrm>
            <a:off x="4880000" y="3224098"/>
            <a:ext cx="876300" cy="615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600"/>
              <a:buNone/>
              <a:defRPr sz="4400">
                <a:solidFill>
                  <a:schemeClr val="lt2"/>
                </a:solidFill>
              </a:defRPr>
            </a:lvl1pPr>
            <a:lvl2pPr lvl="1" algn="ctr">
              <a:lnSpc>
                <a:spcPct val="100000"/>
              </a:lnSpc>
              <a:spcBef>
                <a:spcPts val="0"/>
              </a:spcBef>
              <a:spcAft>
                <a:spcPts val="0"/>
              </a:spcAft>
              <a:buSzPts val="4600"/>
              <a:buNone/>
              <a:defRPr sz="4600"/>
            </a:lvl2pPr>
            <a:lvl3pPr lvl="2" algn="ctr">
              <a:lnSpc>
                <a:spcPct val="100000"/>
              </a:lnSpc>
              <a:spcBef>
                <a:spcPts val="0"/>
              </a:spcBef>
              <a:spcAft>
                <a:spcPts val="0"/>
              </a:spcAft>
              <a:buSzPts val="4600"/>
              <a:buNone/>
              <a:defRPr sz="4600"/>
            </a:lvl3pPr>
            <a:lvl4pPr lvl="3" algn="ctr">
              <a:lnSpc>
                <a:spcPct val="100000"/>
              </a:lnSpc>
              <a:spcBef>
                <a:spcPts val="0"/>
              </a:spcBef>
              <a:spcAft>
                <a:spcPts val="0"/>
              </a:spcAft>
              <a:buSzPts val="4600"/>
              <a:buNone/>
              <a:defRPr sz="4600"/>
            </a:lvl4pPr>
            <a:lvl5pPr lvl="4" algn="ctr">
              <a:lnSpc>
                <a:spcPct val="100000"/>
              </a:lnSpc>
              <a:spcBef>
                <a:spcPts val="0"/>
              </a:spcBef>
              <a:spcAft>
                <a:spcPts val="0"/>
              </a:spcAft>
              <a:buSzPts val="4600"/>
              <a:buNone/>
              <a:defRPr sz="4600"/>
            </a:lvl5pPr>
            <a:lvl6pPr lvl="5" algn="ctr">
              <a:lnSpc>
                <a:spcPct val="100000"/>
              </a:lnSpc>
              <a:spcBef>
                <a:spcPts val="0"/>
              </a:spcBef>
              <a:spcAft>
                <a:spcPts val="0"/>
              </a:spcAft>
              <a:buSzPts val="4600"/>
              <a:buNone/>
              <a:defRPr sz="4600"/>
            </a:lvl6pPr>
            <a:lvl7pPr lvl="6" algn="ctr">
              <a:lnSpc>
                <a:spcPct val="100000"/>
              </a:lnSpc>
              <a:spcBef>
                <a:spcPts val="0"/>
              </a:spcBef>
              <a:spcAft>
                <a:spcPts val="0"/>
              </a:spcAft>
              <a:buSzPts val="4600"/>
              <a:buNone/>
              <a:defRPr sz="4600"/>
            </a:lvl7pPr>
            <a:lvl8pPr lvl="7" algn="ctr">
              <a:lnSpc>
                <a:spcPct val="100000"/>
              </a:lnSpc>
              <a:spcBef>
                <a:spcPts val="0"/>
              </a:spcBef>
              <a:spcAft>
                <a:spcPts val="0"/>
              </a:spcAft>
              <a:buSzPts val="4600"/>
              <a:buNone/>
              <a:defRPr sz="4600"/>
            </a:lvl8pPr>
            <a:lvl9pPr lvl="8" algn="ctr">
              <a:lnSpc>
                <a:spcPct val="100000"/>
              </a:lnSpc>
              <a:spcBef>
                <a:spcPts val="0"/>
              </a:spcBef>
              <a:spcAft>
                <a:spcPts val="0"/>
              </a:spcAft>
              <a:buSzPts val="4600"/>
              <a:buNone/>
              <a:defRPr sz="4600"/>
            </a:lvl9pPr>
          </a:lstStyle>
          <a:p/>
        </p:txBody>
      </p:sp>
      <p:grpSp>
        <p:nvGrpSpPr>
          <p:cNvPr id="92" name="Google Shape;92;p61"/>
          <p:cNvGrpSpPr/>
          <p:nvPr/>
        </p:nvGrpSpPr>
        <p:grpSpPr>
          <a:xfrm>
            <a:off x="-1385267" y="4460422"/>
            <a:ext cx="2744275" cy="2727763"/>
            <a:chOff x="5985575" y="4420825"/>
            <a:chExt cx="2744275" cy="2727763"/>
          </a:xfrm>
        </p:grpSpPr>
        <p:sp>
          <p:nvSpPr>
            <p:cNvPr id="93" name="Google Shape;93;p61"/>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94" name="Google Shape;94;p61"/>
            <p:cNvGrpSpPr/>
            <p:nvPr/>
          </p:nvGrpSpPr>
          <p:grpSpPr>
            <a:xfrm flipH="1" rot="5400000">
              <a:off x="5986247" y="4572099"/>
              <a:ext cx="2575817" cy="2577160"/>
              <a:chOff x="1550275" y="1493275"/>
              <a:chExt cx="1582100" cy="1582925"/>
            </a:xfrm>
          </p:grpSpPr>
          <p:sp>
            <p:nvSpPr>
              <p:cNvPr id="95" name="Google Shape;95;p6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 name="Google Shape;96;p6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 name="Google Shape;97;p6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 name="Google Shape;98;p6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9" name="Google Shape;99;p6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 name="Google Shape;100;p6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1" name="Google Shape;101;p61"/>
              <p:cNvSpPr/>
              <p:nvPr/>
            </p:nvSpPr>
            <p:spPr>
              <a:xfrm>
                <a:off x="1732963" y="1684323"/>
                <a:ext cx="1125421" cy="1098689"/>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 name="Google Shape;102;p61"/>
              <p:cNvSpPr/>
              <p:nvPr/>
            </p:nvSpPr>
            <p:spPr>
              <a:xfrm>
                <a:off x="1796949" y="1767253"/>
                <a:ext cx="1145258" cy="1143622"/>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3" name="Google Shape;103;p61"/>
              <p:cNvSpPr/>
              <p:nvPr/>
            </p:nvSpPr>
            <p:spPr>
              <a:xfrm>
                <a:off x="1943210" y="1863197"/>
                <a:ext cx="1068918" cy="109342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 name="Google Shape;104;p6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5" name="Google Shape;105;p6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 name="Google Shape;106;p6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 name="Google Shape;107;p6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8" name="Google Shape;108;p6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09" name="Google Shape;109;p61"/>
          <p:cNvGrpSpPr/>
          <p:nvPr/>
        </p:nvGrpSpPr>
        <p:grpSpPr>
          <a:xfrm>
            <a:off x="7875909" y="-2134584"/>
            <a:ext cx="2750618" cy="2741916"/>
            <a:chOff x="2724183" y="-1866850"/>
            <a:chExt cx="2750618" cy="2741916"/>
          </a:xfrm>
        </p:grpSpPr>
        <p:sp>
          <p:nvSpPr>
            <p:cNvPr id="110" name="Google Shape;110;p61"/>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11" name="Google Shape;111;p61"/>
            <p:cNvGrpSpPr/>
            <p:nvPr/>
          </p:nvGrpSpPr>
          <p:grpSpPr>
            <a:xfrm flipH="1" rot="-5400000">
              <a:off x="2724854" y="-1701422"/>
              <a:ext cx="2575817" cy="2577160"/>
              <a:chOff x="1550275" y="1493275"/>
              <a:chExt cx="1582100" cy="1582925"/>
            </a:xfrm>
          </p:grpSpPr>
          <p:sp>
            <p:nvSpPr>
              <p:cNvPr id="112" name="Google Shape;112;p6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 name="Google Shape;113;p6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4" name="Google Shape;114;p6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 name="Google Shape;115;p6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6" name="Google Shape;116;p6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7" name="Google Shape;117;p6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8" name="Google Shape;118;p61"/>
              <p:cNvSpPr/>
              <p:nvPr/>
            </p:nvSpPr>
            <p:spPr>
              <a:xfrm>
                <a:off x="1726391" y="1684321"/>
                <a:ext cx="1131867" cy="112352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9" name="Google Shape;119;p61"/>
              <p:cNvSpPr/>
              <p:nvPr/>
            </p:nvSpPr>
            <p:spPr>
              <a:xfrm>
                <a:off x="1781240" y="1767255"/>
                <a:ext cx="1160811" cy="1150258"/>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0" name="Google Shape;120;p61"/>
              <p:cNvSpPr/>
              <p:nvPr/>
            </p:nvSpPr>
            <p:spPr>
              <a:xfrm>
                <a:off x="1890925" y="1863197"/>
                <a:ext cx="1121111" cy="111830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1" name="Google Shape;121;p6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2" name="Google Shape;122;p6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3" name="Google Shape;123;p6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4" name="Google Shape;124;p6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5" name="Google Shape;125;p6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26" name="Google Shape;126;p61"/>
          <p:cNvGrpSpPr/>
          <p:nvPr/>
        </p:nvGrpSpPr>
        <p:grpSpPr>
          <a:xfrm flipH="1">
            <a:off x="7927832" y="4405872"/>
            <a:ext cx="2577160" cy="2638568"/>
            <a:chOff x="-1115775" y="4467744"/>
            <a:chExt cx="2577160" cy="2638568"/>
          </a:xfrm>
        </p:grpSpPr>
        <p:sp>
          <p:nvSpPr>
            <p:cNvPr id="127" name="Google Shape;127;p61"/>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28" name="Google Shape;128;p61"/>
            <p:cNvGrpSpPr/>
            <p:nvPr/>
          </p:nvGrpSpPr>
          <p:grpSpPr>
            <a:xfrm flipH="1" rot="5400000">
              <a:off x="-1115103" y="4529824"/>
              <a:ext cx="2575817" cy="2577160"/>
              <a:chOff x="1550275" y="1493275"/>
              <a:chExt cx="1582100" cy="1582925"/>
            </a:xfrm>
          </p:grpSpPr>
          <p:sp>
            <p:nvSpPr>
              <p:cNvPr id="129" name="Google Shape;129;p6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0" name="Google Shape;130;p6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1" name="Google Shape;131;p6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2" name="Google Shape;132;p6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3" name="Google Shape;133;p6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4" name="Google Shape;134;p6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5" name="Google Shape;135;p61"/>
              <p:cNvSpPr/>
              <p:nvPr/>
            </p:nvSpPr>
            <p:spPr>
              <a:xfrm>
                <a:off x="1736082" y="1684323"/>
                <a:ext cx="1122388" cy="1128265"/>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6" name="Google Shape;136;p61"/>
              <p:cNvSpPr/>
              <p:nvPr/>
            </p:nvSpPr>
            <p:spPr>
              <a:xfrm>
                <a:off x="1781796" y="1767253"/>
                <a:ext cx="1160432" cy="1145707"/>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7" name="Google Shape;137;p61"/>
              <p:cNvSpPr/>
              <p:nvPr/>
            </p:nvSpPr>
            <p:spPr>
              <a:xfrm>
                <a:off x="1891495" y="1863197"/>
                <a:ext cx="1120549" cy="1141314"/>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8" name="Google Shape;138;p6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9" name="Google Shape;139;p6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0" name="Google Shape;140;p6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1" name="Google Shape;141;p6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2" name="Google Shape;142;p6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43" name="Google Shape;143;p61"/>
          <p:cNvGrpSpPr/>
          <p:nvPr/>
        </p:nvGrpSpPr>
        <p:grpSpPr>
          <a:xfrm flipH="1" rot="10800000">
            <a:off x="-1141068" y="-2002409"/>
            <a:ext cx="2577160" cy="2638568"/>
            <a:chOff x="-1115775" y="4467744"/>
            <a:chExt cx="2577160" cy="2638568"/>
          </a:xfrm>
        </p:grpSpPr>
        <p:sp>
          <p:nvSpPr>
            <p:cNvPr id="144" name="Google Shape;144;p61"/>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45" name="Google Shape;145;p61"/>
            <p:cNvGrpSpPr/>
            <p:nvPr/>
          </p:nvGrpSpPr>
          <p:grpSpPr>
            <a:xfrm flipH="1" rot="5400000">
              <a:off x="-1115103" y="4529824"/>
              <a:ext cx="2575817" cy="2577160"/>
              <a:chOff x="1550275" y="1493275"/>
              <a:chExt cx="1582100" cy="1582925"/>
            </a:xfrm>
          </p:grpSpPr>
          <p:sp>
            <p:nvSpPr>
              <p:cNvPr id="146" name="Google Shape;146;p6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7" name="Google Shape;147;p6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8" name="Google Shape;148;p6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9" name="Google Shape;149;p6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0" name="Google Shape;150;p6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1" name="Google Shape;151;p6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2" name="Google Shape;152;p61"/>
              <p:cNvSpPr/>
              <p:nvPr/>
            </p:nvSpPr>
            <p:spPr>
              <a:xfrm>
                <a:off x="1738076" y="1684323"/>
                <a:ext cx="1120302" cy="1120681"/>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3" name="Google Shape;153;p61"/>
              <p:cNvSpPr/>
              <p:nvPr/>
            </p:nvSpPr>
            <p:spPr>
              <a:xfrm>
                <a:off x="1747229" y="1767253"/>
                <a:ext cx="1194952" cy="1174905"/>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4" name="Google Shape;154;p61"/>
              <p:cNvSpPr/>
              <p:nvPr/>
            </p:nvSpPr>
            <p:spPr>
              <a:xfrm>
                <a:off x="1866065" y="1863197"/>
                <a:ext cx="1145991" cy="1133831"/>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5" name="Google Shape;155;p6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6" name="Google Shape;156;p6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7" name="Google Shape;157;p6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8" name="Google Shape;158;p6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9" name="Google Shape;159;p6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160" name="Shape 160"/>
        <p:cNvGrpSpPr/>
        <p:nvPr/>
      </p:nvGrpSpPr>
      <p:grpSpPr>
        <a:xfrm>
          <a:off x="0" y="0"/>
          <a:ext cx="0" cy="0"/>
          <a:chOff x="0" y="0"/>
          <a:chExt cx="0" cy="0"/>
        </a:xfrm>
      </p:grpSpPr>
      <p:sp>
        <p:nvSpPr>
          <p:cNvPr id="161" name="Google Shape;161;p62"/>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162" name="Google Shape;162;p62"/>
          <p:cNvSpPr txBox="1"/>
          <p:nvPr>
            <p:ph idx="1" type="subTitle"/>
          </p:nvPr>
        </p:nvSpPr>
        <p:spPr>
          <a:xfrm>
            <a:off x="827175" y="3244750"/>
            <a:ext cx="2172600" cy="92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3" name="Google Shape;163;p62"/>
          <p:cNvSpPr txBox="1"/>
          <p:nvPr>
            <p:ph idx="2" type="subTitle"/>
          </p:nvPr>
        </p:nvSpPr>
        <p:spPr>
          <a:xfrm>
            <a:off x="827175" y="2775700"/>
            <a:ext cx="21726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164" name="Google Shape;164;p62"/>
          <p:cNvSpPr txBox="1"/>
          <p:nvPr>
            <p:ph idx="3" type="subTitle"/>
          </p:nvPr>
        </p:nvSpPr>
        <p:spPr>
          <a:xfrm>
            <a:off x="6144375" y="3244756"/>
            <a:ext cx="2172300" cy="92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5" name="Google Shape;165;p62"/>
          <p:cNvSpPr txBox="1"/>
          <p:nvPr>
            <p:ph idx="4" type="subTitle"/>
          </p:nvPr>
        </p:nvSpPr>
        <p:spPr>
          <a:xfrm>
            <a:off x="6144375" y="2775700"/>
            <a:ext cx="21723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166" name="Google Shape;166;p62"/>
          <p:cNvSpPr txBox="1"/>
          <p:nvPr>
            <p:ph idx="5" type="subTitle"/>
          </p:nvPr>
        </p:nvSpPr>
        <p:spPr>
          <a:xfrm>
            <a:off x="3485850" y="3244754"/>
            <a:ext cx="2172300" cy="92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7" name="Google Shape;167;p62"/>
          <p:cNvSpPr txBox="1"/>
          <p:nvPr>
            <p:ph idx="6" type="subTitle"/>
          </p:nvPr>
        </p:nvSpPr>
        <p:spPr>
          <a:xfrm>
            <a:off x="3485850" y="2775700"/>
            <a:ext cx="21723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grpSp>
        <p:nvGrpSpPr>
          <p:cNvPr id="168" name="Google Shape;168;p62"/>
          <p:cNvGrpSpPr/>
          <p:nvPr/>
        </p:nvGrpSpPr>
        <p:grpSpPr>
          <a:xfrm rot="10800000">
            <a:off x="7707911" y="-2002430"/>
            <a:ext cx="2577160" cy="2638568"/>
            <a:chOff x="-1115775" y="4467744"/>
            <a:chExt cx="2577160" cy="2638568"/>
          </a:xfrm>
        </p:grpSpPr>
        <p:sp>
          <p:nvSpPr>
            <p:cNvPr id="169" name="Google Shape;169;p62"/>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70" name="Google Shape;170;p62"/>
            <p:cNvGrpSpPr/>
            <p:nvPr/>
          </p:nvGrpSpPr>
          <p:grpSpPr>
            <a:xfrm flipH="1" rot="5400000">
              <a:off x="-1115103" y="4529824"/>
              <a:ext cx="2575817" cy="2577160"/>
              <a:chOff x="1550275" y="1493275"/>
              <a:chExt cx="1582100" cy="1582925"/>
            </a:xfrm>
          </p:grpSpPr>
          <p:sp>
            <p:nvSpPr>
              <p:cNvPr id="171" name="Google Shape;171;p6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72" name="Google Shape;172;p6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73" name="Google Shape;173;p6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74" name="Google Shape;174;p6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75" name="Google Shape;175;p6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76" name="Google Shape;176;p6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77" name="Google Shape;177;p62"/>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78" name="Google Shape;178;p62"/>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79" name="Google Shape;179;p62"/>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80" name="Google Shape;180;p6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81" name="Google Shape;181;p6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82" name="Google Shape;182;p6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83" name="Google Shape;183;p6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84" name="Google Shape;184;p6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85" name="Google Shape;185;p62"/>
          <p:cNvGrpSpPr/>
          <p:nvPr/>
        </p:nvGrpSpPr>
        <p:grpSpPr>
          <a:xfrm>
            <a:off x="-1360989" y="4405869"/>
            <a:ext cx="2577160" cy="2638568"/>
            <a:chOff x="-1115775" y="4467744"/>
            <a:chExt cx="2577160" cy="2638568"/>
          </a:xfrm>
        </p:grpSpPr>
        <p:sp>
          <p:nvSpPr>
            <p:cNvPr id="186" name="Google Shape;186;p62"/>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87" name="Google Shape;187;p62"/>
            <p:cNvGrpSpPr/>
            <p:nvPr/>
          </p:nvGrpSpPr>
          <p:grpSpPr>
            <a:xfrm flipH="1" rot="5400000">
              <a:off x="-1115103" y="4529824"/>
              <a:ext cx="2575817" cy="2577160"/>
              <a:chOff x="1550275" y="1493275"/>
              <a:chExt cx="1582100" cy="1582925"/>
            </a:xfrm>
          </p:grpSpPr>
          <p:sp>
            <p:nvSpPr>
              <p:cNvPr id="188" name="Google Shape;188;p6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89" name="Google Shape;189;p6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90" name="Google Shape;190;p6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91" name="Google Shape;191;p6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92" name="Google Shape;192;p6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93" name="Google Shape;193;p6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94" name="Google Shape;194;p62"/>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95" name="Google Shape;195;p62"/>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96" name="Google Shape;196;p62"/>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97" name="Google Shape;197;p6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98" name="Google Shape;198;p6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99" name="Google Shape;199;p6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00" name="Google Shape;200;p6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01" name="Google Shape;201;p6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_1_1">
    <p:spTree>
      <p:nvGrpSpPr>
        <p:cNvPr id="202" name="Shape 202"/>
        <p:cNvGrpSpPr/>
        <p:nvPr/>
      </p:nvGrpSpPr>
      <p:grpSpPr>
        <a:xfrm>
          <a:off x="0" y="0"/>
          <a:ext cx="0" cy="0"/>
          <a:chOff x="0" y="0"/>
          <a:chExt cx="0" cy="0"/>
        </a:xfrm>
      </p:grpSpPr>
      <p:sp>
        <p:nvSpPr>
          <p:cNvPr id="203" name="Google Shape;203;p63"/>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grpSp>
        <p:nvGrpSpPr>
          <p:cNvPr id="204" name="Google Shape;204;p63"/>
          <p:cNvGrpSpPr/>
          <p:nvPr/>
        </p:nvGrpSpPr>
        <p:grpSpPr>
          <a:xfrm flipH="1">
            <a:off x="8162268" y="4327483"/>
            <a:ext cx="2744275" cy="2727763"/>
            <a:chOff x="5985575" y="4420825"/>
            <a:chExt cx="2744275" cy="2727763"/>
          </a:xfrm>
        </p:grpSpPr>
        <p:sp>
          <p:nvSpPr>
            <p:cNvPr id="205" name="Google Shape;205;p63"/>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206" name="Google Shape;206;p63"/>
            <p:cNvGrpSpPr/>
            <p:nvPr/>
          </p:nvGrpSpPr>
          <p:grpSpPr>
            <a:xfrm flipH="1" rot="5400000">
              <a:off x="5986247" y="4572099"/>
              <a:ext cx="2575817" cy="2577160"/>
              <a:chOff x="1550275" y="1493275"/>
              <a:chExt cx="1582100" cy="1582925"/>
            </a:xfrm>
          </p:grpSpPr>
          <p:sp>
            <p:nvSpPr>
              <p:cNvPr id="207" name="Google Shape;207;p63"/>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08" name="Google Shape;208;p63"/>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09" name="Google Shape;209;p63"/>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0" name="Google Shape;210;p63"/>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1" name="Google Shape;211;p63"/>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2" name="Google Shape;212;p63"/>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3" name="Google Shape;213;p63"/>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4" name="Google Shape;214;p63"/>
              <p:cNvSpPr/>
              <p:nvPr/>
            </p:nvSpPr>
            <p:spPr>
              <a:xfrm>
                <a:off x="1861553" y="1767253"/>
                <a:ext cx="1080578" cy="1082004"/>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5" name="Google Shape;215;p63"/>
              <p:cNvSpPr/>
              <p:nvPr/>
            </p:nvSpPr>
            <p:spPr>
              <a:xfrm>
                <a:off x="1898130" y="1863198"/>
                <a:ext cx="1114002" cy="1086690"/>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6" name="Google Shape;216;p63"/>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7" name="Google Shape;217;p63"/>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8" name="Google Shape;218;p63"/>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9" name="Google Shape;219;p63"/>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20" name="Google Shape;220;p63"/>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221" name="Google Shape;221;p63"/>
          <p:cNvGrpSpPr/>
          <p:nvPr/>
        </p:nvGrpSpPr>
        <p:grpSpPr>
          <a:xfrm flipH="1">
            <a:off x="-1718107" y="-1806042"/>
            <a:ext cx="2744275" cy="2727763"/>
            <a:chOff x="5985575" y="4420825"/>
            <a:chExt cx="2744275" cy="2727763"/>
          </a:xfrm>
        </p:grpSpPr>
        <p:sp>
          <p:nvSpPr>
            <p:cNvPr id="222" name="Google Shape;222;p63"/>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223" name="Google Shape;223;p63"/>
            <p:cNvGrpSpPr/>
            <p:nvPr/>
          </p:nvGrpSpPr>
          <p:grpSpPr>
            <a:xfrm flipH="1" rot="5400000">
              <a:off x="5986247" y="4572099"/>
              <a:ext cx="2575817" cy="2577160"/>
              <a:chOff x="1550275" y="1493275"/>
              <a:chExt cx="1582100" cy="1582925"/>
            </a:xfrm>
          </p:grpSpPr>
          <p:sp>
            <p:nvSpPr>
              <p:cNvPr id="224" name="Google Shape;224;p63"/>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25" name="Google Shape;225;p63"/>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26" name="Google Shape;226;p63"/>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27" name="Google Shape;227;p63"/>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28" name="Google Shape;228;p63"/>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29" name="Google Shape;229;p63"/>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0" name="Google Shape;230;p63"/>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1" name="Google Shape;231;p63"/>
              <p:cNvSpPr/>
              <p:nvPr/>
            </p:nvSpPr>
            <p:spPr>
              <a:xfrm>
                <a:off x="1787327" y="1767256"/>
                <a:ext cx="1154741" cy="1144949"/>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2" name="Google Shape;232;p63"/>
              <p:cNvSpPr/>
              <p:nvPr/>
            </p:nvSpPr>
            <p:spPr>
              <a:xfrm>
                <a:off x="1898130" y="1863198"/>
                <a:ext cx="1114002" cy="1086690"/>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3" name="Google Shape;233;p63"/>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4" name="Google Shape;234;p63"/>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5" name="Google Shape;235;p63"/>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6" name="Google Shape;236;p63"/>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7" name="Google Shape;237;p63"/>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6">
    <p:spTree>
      <p:nvGrpSpPr>
        <p:cNvPr id="238" name="Shape 238"/>
        <p:cNvGrpSpPr/>
        <p:nvPr/>
      </p:nvGrpSpPr>
      <p:grpSpPr>
        <a:xfrm>
          <a:off x="0" y="0"/>
          <a:ext cx="0" cy="0"/>
          <a:chOff x="0" y="0"/>
          <a:chExt cx="0" cy="0"/>
        </a:xfrm>
      </p:grpSpPr>
      <p:sp>
        <p:nvSpPr>
          <p:cNvPr id="239" name="Google Shape;239;p64"/>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240" name="Google Shape;240;p64"/>
          <p:cNvSpPr txBox="1"/>
          <p:nvPr>
            <p:ph idx="1" type="subTitle"/>
          </p:nvPr>
        </p:nvSpPr>
        <p:spPr>
          <a:xfrm>
            <a:off x="1947913" y="1952524"/>
            <a:ext cx="2156100" cy="83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41" name="Google Shape;241;p64"/>
          <p:cNvSpPr txBox="1"/>
          <p:nvPr>
            <p:ph idx="2" type="subTitle"/>
          </p:nvPr>
        </p:nvSpPr>
        <p:spPr>
          <a:xfrm>
            <a:off x="1947913" y="1477725"/>
            <a:ext cx="2156100" cy="5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242" name="Google Shape;242;p64"/>
          <p:cNvSpPr txBox="1"/>
          <p:nvPr>
            <p:ph idx="3" type="subTitle"/>
          </p:nvPr>
        </p:nvSpPr>
        <p:spPr>
          <a:xfrm>
            <a:off x="1947913" y="3559451"/>
            <a:ext cx="2156100" cy="83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43" name="Google Shape;243;p64"/>
          <p:cNvSpPr txBox="1"/>
          <p:nvPr>
            <p:ph idx="4" type="subTitle"/>
          </p:nvPr>
        </p:nvSpPr>
        <p:spPr>
          <a:xfrm>
            <a:off x="1947913" y="3084652"/>
            <a:ext cx="2156100" cy="5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244" name="Google Shape;244;p64"/>
          <p:cNvSpPr txBox="1"/>
          <p:nvPr>
            <p:ph idx="5" type="subTitle"/>
          </p:nvPr>
        </p:nvSpPr>
        <p:spPr>
          <a:xfrm>
            <a:off x="5954138" y="1952515"/>
            <a:ext cx="2157900" cy="83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45" name="Google Shape;245;p64"/>
          <p:cNvSpPr txBox="1"/>
          <p:nvPr>
            <p:ph idx="6" type="subTitle"/>
          </p:nvPr>
        </p:nvSpPr>
        <p:spPr>
          <a:xfrm>
            <a:off x="5954138" y="1477713"/>
            <a:ext cx="2157900" cy="5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246" name="Google Shape;246;p64"/>
          <p:cNvSpPr txBox="1"/>
          <p:nvPr>
            <p:ph idx="7" type="subTitle"/>
          </p:nvPr>
        </p:nvSpPr>
        <p:spPr>
          <a:xfrm>
            <a:off x="5954138" y="3559452"/>
            <a:ext cx="2157900" cy="83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47" name="Google Shape;247;p64"/>
          <p:cNvSpPr txBox="1"/>
          <p:nvPr>
            <p:ph idx="8" type="subTitle"/>
          </p:nvPr>
        </p:nvSpPr>
        <p:spPr>
          <a:xfrm>
            <a:off x="5954138" y="3084650"/>
            <a:ext cx="2157900" cy="5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grpSp>
        <p:nvGrpSpPr>
          <p:cNvPr id="248" name="Google Shape;248;p64"/>
          <p:cNvGrpSpPr/>
          <p:nvPr/>
        </p:nvGrpSpPr>
        <p:grpSpPr>
          <a:xfrm flipH="1" rot="-5400000">
            <a:off x="7790196" y="-1923287"/>
            <a:ext cx="2744275" cy="2727763"/>
            <a:chOff x="5985575" y="4420825"/>
            <a:chExt cx="2744275" cy="2727763"/>
          </a:xfrm>
        </p:grpSpPr>
        <p:sp>
          <p:nvSpPr>
            <p:cNvPr id="249" name="Google Shape;249;p64"/>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250" name="Google Shape;250;p64"/>
            <p:cNvGrpSpPr/>
            <p:nvPr/>
          </p:nvGrpSpPr>
          <p:grpSpPr>
            <a:xfrm flipH="1" rot="5400000">
              <a:off x="5986247" y="4572099"/>
              <a:ext cx="2575817" cy="2577160"/>
              <a:chOff x="1550275" y="1493275"/>
              <a:chExt cx="1582100" cy="1582925"/>
            </a:xfrm>
          </p:grpSpPr>
          <p:sp>
            <p:nvSpPr>
              <p:cNvPr id="251" name="Google Shape;251;p64"/>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2" name="Google Shape;252;p64"/>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3" name="Google Shape;253;p64"/>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4" name="Google Shape;254;p64"/>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5" name="Google Shape;255;p64"/>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6" name="Google Shape;256;p64"/>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7" name="Google Shape;257;p64"/>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8" name="Google Shape;258;p64"/>
              <p:cNvSpPr/>
              <p:nvPr/>
            </p:nvSpPr>
            <p:spPr>
              <a:xfrm>
                <a:off x="1861553" y="1767253"/>
                <a:ext cx="1080578" cy="1082004"/>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9" name="Google Shape;259;p64"/>
              <p:cNvSpPr/>
              <p:nvPr/>
            </p:nvSpPr>
            <p:spPr>
              <a:xfrm>
                <a:off x="1898130" y="1863198"/>
                <a:ext cx="1114002" cy="1086690"/>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60" name="Google Shape;260;p64"/>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61" name="Google Shape;261;p64"/>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62" name="Google Shape;262;p64"/>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63" name="Google Shape;263;p64"/>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64" name="Google Shape;264;p64"/>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265" name="Google Shape;265;p64"/>
          <p:cNvGrpSpPr/>
          <p:nvPr/>
        </p:nvGrpSpPr>
        <p:grpSpPr>
          <a:xfrm>
            <a:off x="-809414" y="4628619"/>
            <a:ext cx="2577160" cy="2638568"/>
            <a:chOff x="-1115775" y="4467744"/>
            <a:chExt cx="2577160" cy="2638568"/>
          </a:xfrm>
        </p:grpSpPr>
        <p:sp>
          <p:nvSpPr>
            <p:cNvPr id="266" name="Google Shape;266;p64"/>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267" name="Google Shape;267;p64"/>
            <p:cNvGrpSpPr/>
            <p:nvPr/>
          </p:nvGrpSpPr>
          <p:grpSpPr>
            <a:xfrm flipH="1" rot="5400000">
              <a:off x="-1115103" y="4529824"/>
              <a:ext cx="2575817" cy="2577160"/>
              <a:chOff x="1550275" y="1493275"/>
              <a:chExt cx="1582100" cy="1582925"/>
            </a:xfrm>
          </p:grpSpPr>
          <p:sp>
            <p:nvSpPr>
              <p:cNvPr id="268" name="Google Shape;268;p64"/>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69" name="Google Shape;269;p64"/>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70" name="Google Shape;270;p64"/>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71" name="Google Shape;271;p64"/>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72" name="Google Shape;272;p64"/>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73" name="Google Shape;273;p64"/>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74" name="Google Shape;274;p64"/>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75" name="Google Shape;275;p64"/>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76" name="Google Shape;276;p64"/>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77" name="Google Shape;277;p64"/>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78" name="Google Shape;278;p64"/>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79" name="Google Shape;279;p64"/>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80" name="Google Shape;280;p64"/>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81" name="Google Shape;281;p64"/>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2" name="Shape 282"/>
        <p:cNvGrpSpPr/>
        <p:nvPr/>
      </p:nvGrpSpPr>
      <p:grpSpPr>
        <a:xfrm>
          <a:off x="0" y="0"/>
          <a:ext cx="0" cy="0"/>
          <a:chOff x="0" y="0"/>
          <a:chExt cx="0" cy="0"/>
        </a:xfrm>
      </p:grpSpPr>
      <p:sp>
        <p:nvSpPr>
          <p:cNvPr id="283" name="Google Shape;283;p65"/>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grpSp>
        <p:nvGrpSpPr>
          <p:cNvPr id="284" name="Google Shape;284;p65"/>
          <p:cNvGrpSpPr/>
          <p:nvPr/>
        </p:nvGrpSpPr>
        <p:grpSpPr>
          <a:xfrm rot="10800000">
            <a:off x="7926802" y="-1940307"/>
            <a:ext cx="2577160" cy="2638568"/>
            <a:chOff x="-1115775" y="4467744"/>
            <a:chExt cx="2577160" cy="2638568"/>
          </a:xfrm>
        </p:grpSpPr>
        <p:sp>
          <p:nvSpPr>
            <p:cNvPr id="285" name="Google Shape;285;p65"/>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286" name="Google Shape;286;p65"/>
            <p:cNvGrpSpPr/>
            <p:nvPr/>
          </p:nvGrpSpPr>
          <p:grpSpPr>
            <a:xfrm flipH="1" rot="5400000">
              <a:off x="-1115103" y="4529824"/>
              <a:ext cx="2575817" cy="2577160"/>
              <a:chOff x="1550275" y="1493275"/>
              <a:chExt cx="1582100" cy="1582925"/>
            </a:xfrm>
          </p:grpSpPr>
          <p:sp>
            <p:nvSpPr>
              <p:cNvPr id="287" name="Google Shape;287;p65"/>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88" name="Google Shape;288;p65"/>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89" name="Google Shape;289;p65"/>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0" name="Google Shape;290;p65"/>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1" name="Google Shape;291;p65"/>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2" name="Google Shape;292;p65"/>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3" name="Google Shape;293;p65"/>
              <p:cNvSpPr/>
              <p:nvPr/>
            </p:nvSpPr>
            <p:spPr>
              <a:xfrm>
                <a:off x="1709084" y="1684325"/>
                <a:ext cx="1149310" cy="1165425"/>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4" name="Google Shape;294;p65"/>
              <p:cNvSpPr/>
              <p:nvPr/>
            </p:nvSpPr>
            <p:spPr>
              <a:xfrm>
                <a:off x="1773071" y="1767246"/>
                <a:ext cx="1169157" cy="1173957"/>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5" name="Google Shape;295;p65"/>
              <p:cNvSpPr/>
              <p:nvPr/>
            </p:nvSpPr>
            <p:spPr>
              <a:xfrm>
                <a:off x="1873618" y="1863199"/>
                <a:ext cx="1138508" cy="112354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6" name="Google Shape;296;p65"/>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7" name="Google Shape;297;p65"/>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8" name="Google Shape;298;p65"/>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9" name="Google Shape;299;p65"/>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00" name="Google Shape;300;p65"/>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301" name="Google Shape;301;p65"/>
          <p:cNvGrpSpPr/>
          <p:nvPr/>
        </p:nvGrpSpPr>
        <p:grpSpPr>
          <a:xfrm>
            <a:off x="-1338809" y="4341075"/>
            <a:ext cx="2750618" cy="2741916"/>
            <a:chOff x="2724183" y="-1866850"/>
            <a:chExt cx="2750618" cy="2741916"/>
          </a:xfrm>
        </p:grpSpPr>
        <p:sp>
          <p:nvSpPr>
            <p:cNvPr id="302" name="Google Shape;302;p65"/>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303" name="Google Shape;303;p65"/>
            <p:cNvGrpSpPr/>
            <p:nvPr/>
          </p:nvGrpSpPr>
          <p:grpSpPr>
            <a:xfrm flipH="1" rot="-5400000">
              <a:off x="2724854" y="-1701422"/>
              <a:ext cx="2575817" cy="2577160"/>
              <a:chOff x="1550275" y="1493275"/>
              <a:chExt cx="1582100" cy="1582925"/>
            </a:xfrm>
          </p:grpSpPr>
          <p:sp>
            <p:nvSpPr>
              <p:cNvPr id="304" name="Google Shape;304;p65"/>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05" name="Google Shape;305;p65"/>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06" name="Google Shape;306;p65"/>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07" name="Google Shape;307;p65"/>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08" name="Google Shape;308;p65"/>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09" name="Google Shape;309;p65"/>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10" name="Google Shape;310;p65"/>
              <p:cNvSpPr/>
              <p:nvPr/>
            </p:nvSpPr>
            <p:spPr>
              <a:xfrm>
                <a:off x="1735631" y="1684323"/>
                <a:ext cx="1122767" cy="1115752"/>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11" name="Google Shape;311;p65"/>
              <p:cNvSpPr/>
              <p:nvPr/>
            </p:nvSpPr>
            <p:spPr>
              <a:xfrm>
                <a:off x="1781330" y="1767253"/>
                <a:ext cx="1160811" cy="115158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12" name="Google Shape;312;p65"/>
              <p:cNvSpPr/>
              <p:nvPr/>
            </p:nvSpPr>
            <p:spPr>
              <a:xfrm>
                <a:off x="1891023" y="1863197"/>
                <a:ext cx="1121111" cy="1119801"/>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13" name="Google Shape;313;p65"/>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14" name="Google Shape;314;p65"/>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15" name="Google Shape;315;p65"/>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16" name="Google Shape;316;p65"/>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17" name="Google Shape;317;p65"/>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
    <p:spTree>
      <p:nvGrpSpPr>
        <p:cNvPr id="318" name="Shape 318"/>
        <p:cNvGrpSpPr/>
        <p:nvPr/>
      </p:nvGrpSpPr>
      <p:grpSpPr>
        <a:xfrm>
          <a:off x="0" y="0"/>
          <a:ext cx="0" cy="0"/>
          <a:chOff x="0" y="0"/>
          <a:chExt cx="0" cy="0"/>
        </a:xfrm>
      </p:grpSpPr>
      <p:sp>
        <p:nvSpPr>
          <p:cNvPr id="319" name="Google Shape;319;p66"/>
          <p:cNvSpPr txBox="1"/>
          <p:nvPr>
            <p:ph idx="1" type="body"/>
          </p:nvPr>
        </p:nvSpPr>
        <p:spPr>
          <a:xfrm>
            <a:off x="1207300" y="1761941"/>
            <a:ext cx="3763200" cy="23190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rgbClr val="FFFFFF"/>
              </a:buClr>
              <a:buSzPts val="1200"/>
              <a:buFont typeface="Red Hat Display"/>
              <a:buChar char="𑁋"/>
              <a:defRPr/>
            </a:lvl1pPr>
            <a:lvl2pPr indent="-304800" lvl="1" marL="914400" algn="l">
              <a:lnSpc>
                <a:spcPct val="100000"/>
              </a:lnSpc>
              <a:spcBef>
                <a:spcPts val="1600"/>
              </a:spcBef>
              <a:spcAft>
                <a:spcPts val="0"/>
              </a:spcAft>
              <a:buClr>
                <a:srgbClr val="FFFFFF"/>
              </a:buClr>
              <a:buSzPts val="1200"/>
              <a:buFont typeface="Red Hat Display"/>
              <a:buChar char="○"/>
              <a:defRPr/>
            </a:lvl2pPr>
            <a:lvl3pPr indent="-304800" lvl="2" marL="1371600" algn="l">
              <a:lnSpc>
                <a:spcPct val="100000"/>
              </a:lnSpc>
              <a:spcBef>
                <a:spcPts val="1600"/>
              </a:spcBef>
              <a:spcAft>
                <a:spcPts val="0"/>
              </a:spcAft>
              <a:buClr>
                <a:srgbClr val="FFFFFF"/>
              </a:buClr>
              <a:buSzPts val="1200"/>
              <a:buFont typeface="Red Hat Display"/>
              <a:buChar char="■"/>
              <a:defRPr/>
            </a:lvl3pPr>
            <a:lvl4pPr indent="-304800" lvl="3" marL="1828800" algn="l">
              <a:lnSpc>
                <a:spcPct val="100000"/>
              </a:lnSpc>
              <a:spcBef>
                <a:spcPts val="1600"/>
              </a:spcBef>
              <a:spcAft>
                <a:spcPts val="0"/>
              </a:spcAft>
              <a:buClr>
                <a:srgbClr val="FFFFFF"/>
              </a:buClr>
              <a:buSzPts val="1200"/>
              <a:buFont typeface="Red Hat Display"/>
              <a:buChar char="●"/>
              <a:defRPr/>
            </a:lvl4pPr>
            <a:lvl5pPr indent="-304800" lvl="4" marL="2286000" algn="l">
              <a:lnSpc>
                <a:spcPct val="100000"/>
              </a:lnSpc>
              <a:spcBef>
                <a:spcPts val="1600"/>
              </a:spcBef>
              <a:spcAft>
                <a:spcPts val="0"/>
              </a:spcAft>
              <a:buClr>
                <a:srgbClr val="FFFFFF"/>
              </a:buClr>
              <a:buSzPts val="1200"/>
              <a:buFont typeface="Red Hat Display"/>
              <a:buChar char="○"/>
              <a:defRPr/>
            </a:lvl5pPr>
            <a:lvl6pPr indent="-304800" lvl="5" marL="2743200" algn="l">
              <a:lnSpc>
                <a:spcPct val="100000"/>
              </a:lnSpc>
              <a:spcBef>
                <a:spcPts val="1600"/>
              </a:spcBef>
              <a:spcAft>
                <a:spcPts val="0"/>
              </a:spcAft>
              <a:buClr>
                <a:srgbClr val="FFFFFF"/>
              </a:buClr>
              <a:buSzPts val="1200"/>
              <a:buFont typeface="Red Hat Display"/>
              <a:buChar char="■"/>
              <a:defRPr/>
            </a:lvl6pPr>
            <a:lvl7pPr indent="-304800" lvl="6" marL="3200400" algn="l">
              <a:lnSpc>
                <a:spcPct val="100000"/>
              </a:lnSpc>
              <a:spcBef>
                <a:spcPts val="1600"/>
              </a:spcBef>
              <a:spcAft>
                <a:spcPts val="0"/>
              </a:spcAft>
              <a:buClr>
                <a:srgbClr val="FFFFFF"/>
              </a:buClr>
              <a:buSzPts val="1200"/>
              <a:buFont typeface="Red Hat Display"/>
              <a:buChar char="●"/>
              <a:defRPr/>
            </a:lvl7pPr>
            <a:lvl8pPr indent="-304800" lvl="7" marL="3657600" algn="l">
              <a:lnSpc>
                <a:spcPct val="100000"/>
              </a:lnSpc>
              <a:spcBef>
                <a:spcPts val="1600"/>
              </a:spcBef>
              <a:spcAft>
                <a:spcPts val="0"/>
              </a:spcAft>
              <a:buClr>
                <a:srgbClr val="FFFFFF"/>
              </a:buClr>
              <a:buSzPts val="1200"/>
              <a:buFont typeface="Red Hat Display"/>
              <a:buChar char="○"/>
              <a:defRPr/>
            </a:lvl8pPr>
            <a:lvl9pPr indent="-304800" lvl="8" marL="4114800" algn="l">
              <a:lnSpc>
                <a:spcPct val="100000"/>
              </a:lnSpc>
              <a:spcBef>
                <a:spcPts val="1600"/>
              </a:spcBef>
              <a:spcAft>
                <a:spcPts val="1600"/>
              </a:spcAft>
              <a:buClr>
                <a:srgbClr val="FFFFFF"/>
              </a:buClr>
              <a:buSzPts val="1200"/>
              <a:buFont typeface="Red Hat Display"/>
              <a:buChar char="■"/>
              <a:defRPr/>
            </a:lvl9pPr>
          </a:lstStyle>
          <a:p/>
        </p:txBody>
      </p:sp>
      <p:sp>
        <p:nvSpPr>
          <p:cNvPr id="320" name="Google Shape;320;p66"/>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grpSp>
        <p:nvGrpSpPr>
          <p:cNvPr id="321" name="Google Shape;321;p66"/>
          <p:cNvGrpSpPr/>
          <p:nvPr/>
        </p:nvGrpSpPr>
        <p:grpSpPr>
          <a:xfrm rot="5400000">
            <a:off x="7854984" y="4618264"/>
            <a:ext cx="2750618" cy="2741916"/>
            <a:chOff x="2724183" y="-1866850"/>
            <a:chExt cx="2750618" cy="2741916"/>
          </a:xfrm>
        </p:grpSpPr>
        <p:sp>
          <p:nvSpPr>
            <p:cNvPr id="322" name="Google Shape;322;p66"/>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323" name="Google Shape;323;p66"/>
            <p:cNvGrpSpPr/>
            <p:nvPr/>
          </p:nvGrpSpPr>
          <p:grpSpPr>
            <a:xfrm flipH="1" rot="-5400000">
              <a:off x="2724854" y="-1701422"/>
              <a:ext cx="2575817" cy="2577160"/>
              <a:chOff x="1550275" y="1493275"/>
              <a:chExt cx="1582100" cy="1582925"/>
            </a:xfrm>
          </p:grpSpPr>
          <p:sp>
            <p:nvSpPr>
              <p:cNvPr id="324" name="Google Shape;324;p66"/>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25" name="Google Shape;325;p66"/>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26" name="Google Shape;326;p66"/>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27" name="Google Shape;327;p66"/>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28" name="Google Shape;328;p66"/>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29" name="Google Shape;329;p66"/>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30" name="Google Shape;330;p66"/>
              <p:cNvSpPr/>
              <p:nvPr/>
            </p:nvSpPr>
            <p:spPr>
              <a:xfrm>
                <a:off x="1735631" y="1684323"/>
                <a:ext cx="1122767" cy="1115752"/>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31" name="Google Shape;331;p66"/>
              <p:cNvSpPr/>
              <p:nvPr/>
            </p:nvSpPr>
            <p:spPr>
              <a:xfrm>
                <a:off x="1804016" y="1767249"/>
                <a:ext cx="1138050" cy="1120681"/>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32" name="Google Shape;332;p66"/>
              <p:cNvSpPr/>
              <p:nvPr/>
            </p:nvSpPr>
            <p:spPr>
              <a:xfrm>
                <a:off x="1891023" y="1863197"/>
                <a:ext cx="1121111" cy="1119801"/>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33" name="Google Shape;333;p66"/>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34" name="Google Shape;334;p66"/>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35" name="Google Shape;335;p66"/>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36" name="Google Shape;336;p66"/>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37" name="Google Shape;337;p66"/>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338" name="Google Shape;338;p66"/>
          <p:cNvGrpSpPr/>
          <p:nvPr/>
        </p:nvGrpSpPr>
        <p:grpSpPr>
          <a:xfrm>
            <a:off x="-1281564" y="4306094"/>
            <a:ext cx="2577160" cy="2638568"/>
            <a:chOff x="-1115775" y="4467744"/>
            <a:chExt cx="2577160" cy="2638568"/>
          </a:xfrm>
        </p:grpSpPr>
        <p:sp>
          <p:nvSpPr>
            <p:cNvPr id="339" name="Google Shape;339;p66"/>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340" name="Google Shape;340;p66"/>
            <p:cNvGrpSpPr/>
            <p:nvPr/>
          </p:nvGrpSpPr>
          <p:grpSpPr>
            <a:xfrm flipH="1" rot="5400000">
              <a:off x="-1115103" y="4529824"/>
              <a:ext cx="2575817" cy="2577160"/>
              <a:chOff x="1550275" y="1493275"/>
              <a:chExt cx="1582100" cy="1582925"/>
            </a:xfrm>
          </p:grpSpPr>
          <p:sp>
            <p:nvSpPr>
              <p:cNvPr id="341" name="Google Shape;341;p66"/>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42" name="Google Shape;342;p66"/>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43" name="Google Shape;343;p66"/>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44" name="Google Shape;344;p66"/>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45" name="Google Shape;345;p66"/>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46" name="Google Shape;346;p66"/>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47" name="Google Shape;347;p66"/>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48" name="Google Shape;348;p66"/>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49" name="Google Shape;349;p66"/>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50" name="Google Shape;350;p66"/>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51" name="Google Shape;351;p66"/>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52" name="Google Shape;352;p66"/>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53" name="Google Shape;353;p66"/>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54" name="Google Shape;354;p66"/>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5" name="Shape 355"/>
        <p:cNvGrpSpPr/>
        <p:nvPr/>
      </p:nvGrpSpPr>
      <p:grpSpPr>
        <a:xfrm>
          <a:off x="0" y="0"/>
          <a:ext cx="0" cy="0"/>
          <a:chOff x="0" y="0"/>
          <a:chExt cx="0" cy="0"/>
        </a:xfrm>
      </p:grpSpPr>
      <p:sp>
        <p:nvSpPr>
          <p:cNvPr id="356" name="Google Shape;356;p67"/>
          <p:cNvSpPr txBox="1"/>
          <p:nvPr>
            <p:ph type="title"/>
          </p:nvPr>
        </p:nvSpPr>
        <p:spPr>
          <a:xfrm>
            <a:off x="1972800" y="1411500"/>
            <a:ext cx="5198400" cy="203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90000"/>
              </a:lnSpc>
              <a:spcBef>
                <a:spcPts val="0"/>
              </a:spcBef>
              <a:spcAft>
                <a:spcPts val="0"/>
              </a:spcAft>
              <a:buSzPts val="6000"/>
              <a:buNone/>
              <a:defRPr sz="6000"/>
            </a:lvl2pPr>
            <a:lvl3pPr lvl="2" algn="ctr">
              <a:lnSpc>
                <a:spcPct val="90000"/>
              </a:lnSpc>
              <a:spcBef>
                <a:spcPts val="0"/>
              </a:spcBef>
              <a:spcAft>
                <a:spcPts val="0"/>
              </a:spcAft>
              <a:buSzPts val="6000"/>
              <a:buNone/>
              <a:defRPr sz="6000"/>
            </a:lvl3pPr>
            <a:lvl4pPr lvl="3" algn="ctr">
              <a:lnSpc>
                <a:spcPct val="90000"/>
              </a:lnSpc>
              <a:spcBef>
                <a:spcPts val="0"/>
              </a:spcBef>
              <a:spcAft>
                <a:spcPts val="0"/>
              </a:spcAft>
              <a:buSzPts val="6000"/>
              <a:buNone/>
              <a:defRPr sz="6000"/>
            </a:lvl4pPr>
            <a:lvl5pPr lvl="4" algn="ctr">
              <a:lnSpc>
                <a:spcPct val="90000"/>
              </a:lnSpc>
              <a:spcBef>
                <a:spcPts val="0"/>
              </a:spcBef>
              <a:spcAft>
                <a:spcPts val="0"/>
              </a:spcAft>
              <a:buSzPts val="6000"/>
              <a:buNone/>
              <a:defRPr sz="6000"/>
            </a:lvl5pPr>
            <a:lvl6pPr lvl="5" algn="ctr">
              <a:lnSpc>
                <a:spcPct val="90000"/>
              </a:lnSpc>
              <a:spcBef>
                <a:spcPts val="0"/>
              </a:spcBef>
              <a:spcAft>
                <a:spcPts val="0"/>
              </a:spcAft>
              <a:buSzPts val="6000"/>
              <a:buNone/>
              <a:defRPr sz="6000"/>
            </a:lvl6pPr>
            <a:lvl7pPr lvl="6" algn="ctr">
              <a:lnSpc>
                <a:spcPct val="90000"/>
              </a:lnSpc>
              <a:spcBef>
                <a:spcPts val="0"/>
              </a:spcBef>
              <a:spcAft>
                <a:spcPts val="0"/>
              </a:spcAft>
              <a:buSzPts val="6000"/>
              <a:buNone/>
              <a:defRPr sz="6000"/>
            </a:lvl7pPr>
            <a:lvl8pPr lvl="7" algn="ctr">
              <a:lnSpc>
                <a:spcPct val="90000"/>
              </a:lnSpc>
              <a:spcBef>
                <a:spcPts val="0"/>
              </a:spcBef>
              <a:spcAft>
                <a:spcPts val="0"/>
              </a:spcAft>
              <a:buSzPts val="6000"/>
              <a:buNone/>
              <a:defRPr sz="6000"/>
            </a:lvl8pPr>
            <a:lvl9pPr lvl="8" algn="ctr">
              <a:lnSpc>
                <a:spcPct val="90000"/>
              </a:lnSpc>
              <a:spcBef>
                <a:spcPts val="0"/>
              </a:spcBef>
              <a:spcAft>
                <a:spcPts val="0"/>
              </a:spcAft>
              <a:buSzPts val="6000"/>
              <a:buNone/>
              <a:defRPr sz="6000"/>
            </a:lvl9pPr>
          </a:lstStyle>
          <a:p/>
        </p:txBody>
      </p:sp>
      <p:grpSp>
        <p:nvGrpSpPr>
          <p:cNvPr id="357" name="Google Shape;357;p67"/>
          <p:cNvGrpSpPr/>
          <p:nvPr/>
        </p:nvGrpSpPr>
        <p:grpSpPr>
          <a:xfrm flipH="1" rot="10800000">
            <a:off x="-1622233" y="-1866408"/>
            <a:ext cx="2744275" cy="2727763"/>
            <a:chOff x="5985575" y="4420825"/>
            <a:chExt cx="2744275" cy="2727763"/>
          </a:xfrm>
        </p:grpSpPr>
        <p:sp>
          <p:nvSpPr>
            <p:cNvPr id="358" name="Google Shape;358;p67"/>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359" name="Google Shape;359;p67"/>
            <p:cNvGrpSpPr/>
            <p:nvPr/>
          </p:nvGrpSpPr>
          <p:grpSpPr>
            <a:xfrm flipH="1" rot="5400000">
              <a:off x="5986247" y="4572099"/>
              <a:ext cx="2575817" cy="2577160"/>
              <a:chOff x="1550275" y="1493275"/>
              <a:chExt cx="1582100" cy="1582925"/>
            </a:xfrm>
          </p:grpSpPr>
          <p:sp>
            <p:nvSpPr>
              <p:cNvPr id="360" name="Google Shape;360;p67"/>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61" name="Google Shape;361;p67"/>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62" name="Google Shape;362;p67"/>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63" name="Google Shape;363;p67"/>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64" name="Google Shape;364;p67"/>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65" name="Google Shape;365;p67"/>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66" name="Google Shape;366;p67"/>
              <p:cNvSpPr/>
              <p:nvPr/>
            </p:nvSpPr>
            <p:spPr>
              <a:xfrm>
                <a:off x="1700256" y="1684326"/>
                <a:ext cx="1158221" cy="1117648"/>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67" name="Google Shape;367;p67"/>
              <p:cNvSpPr/>
              <p:nvPr/>
            </p:nvSpPr>
            <p:spPr>
              <a:xfrm>
                <a:off x="1791667" y="1767247"/>
                <a:ext cx="1150569" cy="1135280"/>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68" name="Google Shape;368;p67"/>
              <p:cNvSpPr/>
              <p:nvPr/>
            </p:nvSpPr>
            <p:spPr>
              <a:xfrm>
                <a:off x="1937927" y="1863201"/>
                <a:ext cx="1074156" cy="1085006"/>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69" name="Google Shape;369;p67"/>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70" name="Google Shape;370;p67"/>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71" name="Google Shape;371;p67"/>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72" name="Google Shape;372;p67"/>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73" name="Google Shape;373;p67"/>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374" name="Google Shape;374;p67"/>
          <p:cNvGrpSpPr/>
          <p:nvPr/>
        </p:nvGrpSpPr>
        <p:grpSpPr>
          <a:xfrm>
            <a:off x="8006698" y="-2032508"/>
            <a:ext cx="2750618" cy="2741916"/>
            <a:chOff x="2724183" y="-1866850"/>
            <a:chExt cx="2750618" cy="2741916"/>
          </a:xfrm>
        </p:grpSpPr>
        <p:sp>
          <p:nvSpPr>
            <p:cNvPr id="375" name="Google Shape;375;p67"/>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376" name="Google Shape;376;p67"/>
            <p:cNvGrpSpPr/>
            <p:nvPr/>
          </p:nvGrpSpPr>
          <p:grpSpPr>
            <a:xfrm flipH="1" rot="-5400000">
              <a:off x="2724854" y="-1701422"/>
              <a:ext cx="2575817" cy="2577160"/>
              <a:chOff x="1550275" y="1493275"/>
              <a:chExt cx="1582100" cy="1582925"/>
            </a:xfrm>
          </p:grpSpPr>
          <p:sp>
            <p:nvSpPr>
              <p:cNvPr id="377" name="Google Shape;377;p67"/>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78" name="Google Shape;378;p67"/>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79" name="Google Shape;379;p67"/>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0" name="Google Shape;380;p67"/>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1" name="Google Shape;381;p67"/>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2" name="Google Shape;382;p67"/>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3" name="Google Shape;383;p67"/>
              <p:cNvSpPr/>
              <p:nvPr/>
            </p:nvSpPr>
            <p:spPr>
              <a:xfrm>
                <a:off x="1718544" y="1684326"/>
                <a:ext cx="1139830" cy="1125421"/>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4" name="Google Shape;384;p67"/>
              <p:cNvSpPr/>
              <p:nvPr/>
            </p:nvSpPr>
            <p:spPr>
              <a:xfrm>
                <a:off x="1800803" y="1767246"/>
                <a:ext cx="1141274" cy="1143053"/>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5" name="Google Shape;385;p67"/>
              <p:cNvSpPr/>
              <p:nvPr/>
            </p:nvSpPr>
            <p:spPr>
              <a:xfrm>
                <a:off x="1883078" y="1863201"/>
                <a:ext cx="1128967" cy="1138508"/>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6" name="Google Shape;386;p67"/>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7" name="Google Shape;387;p67"/>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8" name="Google Shape;388;p67"/>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9" name="Google Shape;389;p67"/>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90" name="Google Shape;390;p67"/>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391" name="Google Shape;391;p67"/>
          <p:cNvGrpSpPr/>
          <p:nvPr/>
        </p:nvGrpSpPr>
        <p:grpSpPr>
          <a:xfrm flipH="1">
            <a:off x="7450711" y="4541394"/>
            <a:ext cx="2577160" cy="2638568"/>
            <a:chOff x="-1115775" y="4467744"/>
            <a:chExt cx="2577160" cy="2638568"/>
          </a:xfrm>
        </p:grpSpPr>
        <p:sp>
          <p:nvSpPr>
            <p:cNvPr id="392" name="Google Shape;392;p67"/>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393" name="Google Shape;393;p67"/>
            <p:cNvGrpSpPr/>
            <p:nvPr/>
          </p:nvGrpSpPr>
          <p:grpSpPr>
            <a:xfrm flipH="1" rot="5400000">
              <a:off x="-1115103" y="4529824"/>
              <a:ext cx="2575817" cy="2577160"/>
              <a:chOff x="1550275" y="1493275"/>
              <a:chExt cx="1582100" cy="1582925"/>
            </a:xfrm>
          </p:grpSpPr>
          <p:sp>
            <p:nvSpPr>
              <p:cNvPr id="394" name="Google Shape;394;p67"/>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95" name="Google Shape;395;p67"/>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96" name="Google Shape;396;p67"/>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97" name="Google Shape;397;p67"/>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98" name="Google Shape;398;p67"/>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99" name="Google Shape;399;p67"/>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00" name="Google Shape;400;p67"/>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01" name="Google Shape;401;p67"/>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02" name="Google Shape;402;p67"/>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03" name="Google Shape;403;p67"/>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04" name="Google Shape;404;p67"/>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05" name="Google Shape;405;p67"/>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06" name="Google Shape;406;p67"/>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07" name="Google Shape;407;p67"/>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408" name="Google Shape;408;p67"/>
          <p:cNvGrpSpPr/>
          <p:nvPr/>
        </p:nvGrpSpPr>
        <p:grpSpPr>
          <a:xfrm>
            <a:off x="-933564" y="4541394"/>
            <a:ext cx="2577160" cy="2638568"/>
            <a:chOff x="-1115775" y="4467744"/>
            <a:chExt cx="2577160" cy="2638568"/>
          </a:xfrm>
        </p:grpSpPr>
        <p:sp>
          <p:nvSpPr>
            <p:cNvPr id="409" name="Google Shape;409;p67"/>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410" name="Google Shape;410;p67"/>
            <p:cNvGrpSpPr/>
            <p:nvPr/>
          </p:nvGrpSpPr>
          <p:grpSpPr>
            <a:xfrm flipH="1" rot="5400000">
              <a:off x="-1115103" y="4529824"/>
              <a:ext cx="2575817" cy="2577160"/>
              <a:chOff x="1550275" y="1493275"/>
              <a:chExt cx="1582100" cy="1582925"/>
            </a:xfrm>
          </p:grpSpPr>
          <p:sp>
            <p:nvSpPr>
              <p:cNvPr id="411" name="Google Shape;411;p67"/>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12" name="Google Shape;412;p67"/>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13" name="Google Shape;413;p67"/>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14" name="Google Shape;414;p67"/>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15" name="Google Shape;415;p67"/>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16" name="Google Shape;416;p67"/>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17" name="Google Shape;417;p67"/>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18" name="Google Shape;418;p67"/>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19" name="Google Shape;419;p67"/>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20" name="Google Shape;420;p67"/>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21" name="Google Shape;421;p67"/>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22" name="Google Shape;422;p67"/>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23" name="Google Shape;423;p67"/>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24" name="Google Shape;424;p67"/>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3_1">
    <p:spTree>
      <p:nvGrpSpPr>
        <p:cNvPr id="425" name="Shape 425"/>
        <p:cNvGrpSpPr/>
        <p:nvPr/>
      </p:nvGrpSpPr>
      <p:grpSpPr>
        <a:xfrm>
          <a:off x="0" y="0"/>
          <a:ext cx="0" cy="0"/>
          <a:chOff x="0" y="0"/>
          <a:chExt cx="0" cy="0"/>
        </a:xfrm>
      </p:grpSpPr>
      <p:sp>
        <p:nvSpPr>
          <p:cNvPr id="426" name="Google Shape;426;p68"/>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427" name="Google Shape;427;p68"/>
          <p:cNvSpPr txBox="1"/>
          <p:nvPr>
            <p:ph idx="1" type="subTitle"/>
          </p:nvPr>
        </p:nvSpPr>
        <p:spPr>
          <a:xfrm>
            <a:off x="1469700" y="1583750"/>
            <a:ext cx="2865300" cy="2770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28" name="Google Shape;428;p68"/>
          <p:cNvSpPr txBox="1"/>
          <p:nvPr>
            <p:ph idx="2" type="subTitle"/>
          </p:nvPr>
        </p:nvSpPr>
        <p:spPr>
          <a:xfrm>
            <a:off x="4809054" y="1583750"/>
            <a:ext cx="2865300" cy="2770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429" name="Google Shape;429;p68"/>
          <p:cNvGrpSpPr/>
          <p:nvPr/>
        </p:nvGrpSpPr>
        <p:grpSpPr>
          <a:xfrm rot="-5400000">
            <a:off x="7884760" y="4242264"/>
            <a:ext cx="2750618" cy="2741916"/>
            <a:chOff x="2724183" y="-1866850"/>
            <a:chExt cx="2750618" cy="2741916"/>
          </a:xfrm>
        </p:grpSpPr>
        <p:sp>
          <p:nvSpPr>
            <p:cNvPr id="430" name="Google Shape;430;p68"/>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431" name="Google Shape;431;p68"/>
            <p:cNvGrpSpPr/>
            <p:nvPr/>
          </p:nvGrpSpPr>
          <p:grpSpPr>
            <a:xfrm flipH="1" rot="-5400000">
              <a:off x="2724854" y="-1701422"/>
              <a:ext cx="2575817" cy="2577160"/>
              <a:chOff x="1550275" y="1493275"/>
              <a:chExt cx="1582100" cy="1582925"/>
            </a:xfrm>
          </p:grpSpPr>
          <p:sp>
            <p:nvSpPr>
              <p:cNvPr id="432" name="Google Shape;432;p68"/>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33" name="Google Shape;433;p68"/>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34" name="Google Shape;434;p68"/>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35" name="Google Shape;435;p68"/>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36" name="Google Shape;436;p68"/>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37" name="Google Shape;437;p68"/>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38" name="Google Shape;438;p68"/>
              <p:cNvSpPr/>
              <p:nvPr/>
            </p:nvSpPr>
            <p:spPr>
              <a:xfrm>
                <a:off x="1735631" y="1684323"/>
                <a:ext cx="1122767" cy="1115752"/>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39" name="Google Shape;439;p68"/>
              <p:cNvSpPr/>
              <p:nvPr/>
            </p:nvSpPr>
            <p:spPr>
              <a:xfrm>
                <a:off x="1804016" y="1767249"/>
                <a:ext cx="1138050" cy="1120681"/>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40" name="Google Shape;440;p68"/>
              <p:cNvSpPr/>
              <p:nvPr/>
            </p:nvSpPr>
            <p:spPr>
              <a:xfrm>
                <a:off x="1891023" y="1863197"/>
                <a:ext cx="1121111" cy="1119801"/>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41" name="Google Shape;441;p68"/>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42" name="Google Shape;442;p68"/>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43" name="Google Shape;443;p68"/>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44" name="Google Shape;444;p68"/>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45" name="Google Shape;445;p68"/>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446" name="Google Shape;446;p68"/>
          <p:cNvGrpSpPr/>
          <p:nvPr/>
        </p:nvGrpSpPr>
        <p:grpSpPr>
          <a:xfrm rot="5400000">
            <a:off x="-821691" y="4138089"/>
            <a:ext cx="2750618" cy="2741916"/>
            <a:chOff x="2724183" y="-1866850"/>
            <a:chExt cx="2750618" cy="2741916"/>
          </a:xfrm>
        </p:grpSpPr>
        <p:sp>
          <p:nvSpPr>
            <p:cNvPr id="447" name="Google Shape;447;p68"/>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448" name="Google Shape;448;p68"/>
            <p:cNvGrpSpPr/>
            <p:nvPr/>
          </p:nvGrpSpPr>
          <p:grpSpPr>
            <a:xfrm flipH="1" rot="-5400000">
              <a:off x="2724854" y="-1701422"/>
              <a:ext cx="2575817" cy="2577160"/>
              <a:chOff x="1550275" y="1493275"/>
              <a:chExt cx="1582100" cy="1582925"/>
            </a:xfrm>
          </p:grpSpPr>
          <p:sp>
            <p:nvSpPr>
              <p:cNvPr id="449" name="Google Shape;449;p68"/>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50" name="Google Shape;450;p68"/>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51" name="Google Shape;451;p68"/>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52" name="Google Shape;452;p68"/>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53" name="Google Shape;453;p68"/>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54" name="Google Shape;454;p68"/>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55" name="Google Shape;455;p68"/>
              <p:cNvSpPr/>
              <p:nvPr/>
            </p:nvSpPr>
            <p:spPr>
              <a:xfrm>
                <a:off x="1735631" y="1684323"/>
                <a:ext cx="1122767" cy="1115752"/>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56" name="Google Shape;456;p68"/>
              <p:cNvSpPr/>
              <p:nvPr/>
            </p:nvSpPr>
            <p:spPr>
              <a:xfrm>
                <a:off x="1804016" y="1767249"/>
                <a:ext cx="1138050" cy="1120681"/>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57" name="Google Shape;457;p68"/>
              <p:cNvSpPr/>
              <p:nvPr/>
            </p:nvSpPr>
            <p:spPr>
              <a:xfrm>
                <a:off x="1891023" y="1863197"/>
                <a:ext cx="1121111" cy="1119801"/>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58" name="Google Shape;458;p68"/>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59" name="Google Shape;459;p68"/>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60" name="Google Shape;460;p68"/>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61" name="Google Shape;461;p68"/>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62" name="Google Shape;462;p68"/>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463" name="Google Shape;463;p68"/>
          <p:cNvGrpSpPr/>
          <p:nvPr/>
        </p:nvGrpSpPr>
        <p:grpSpPr>
          <a:xfrm flipH="1" rot="10800000">
            <a:off x="-1115764" y="-1940330"/>
            <a:ext cx="2577160" cy="2638568"/>
            <a:chOff x="-1115775" y="4467744"/>
            <a:chExt cx="2577160" cy="2638568"/>
          </a:xfrm>
        </p:grpSpPr>
        <p:sp>
          <p:nvSpPr>
            <p:cNvPr id="464" name="Google Shape;464;p68"/>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465" name="Google Shape;465;p68"/>
            <p:cNvGrpSpPr/>
            <p:nvPr/>
          </p:nvGrpSpPr>
          <p:grpSpPr>
            <a:xfrm flipH="1" rot="5400000">
              <a:off x="-1115103" y="4529824"/>
              <a:ext cx="2575817" cy="2577160"/>
              <a:chOff x="1550275" y="1493275"/>
              <a:chExt cx="1582100" cy="1582925"/>
            </a:xfrm>
          </p:grpSpPr>
          <p:sp>
            <p:nvSpPr>
              <p:cNvPr id="466" name="Google Shape;466;p68"/>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67" name="Google Shape;467;p68"/>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68" name="Google Shape;468;p68"/>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69" name="Google Shape;469;p68"/>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70" name="Google Shape;470;p68"/>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71" name="Google Shape;471;p68"/>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72" name="Google Shape;472;p68"/>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73" name="Google Shape;473;p68"/>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74" name="Google Shape;474;p68"/>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75" name="Google Shape;475;p68"/>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76" name="Google Shape;476;p68"/>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77" name="Google Shape;477;p68"/>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78" name="Google Shape;478;p68"/>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79" name="Google Shape;479;p68"/>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0" name="Shape 480"/>
        <p:cNvGrpSpPr/>
        <p:nvPr/>
      </p:nvGrpSpPr>
      <p:grpSpPr>
        <a:xfrm>
          <a:off x="0" y="0"/>
          <a:ext cx="0" cy="0"/>
          <a:chOff x="0" y="0"/>
          <a:chExt cx="0" cy="0"/>
        </a:xfrm>
      </p:grpSpPr>
      <p:sp>
        <p:nvSpPr>
          <p:cNvPr id="481" name="Google Shape;481;p69"/>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482" name="Google Shape;482;p69"/>
          <p:cNvSpPr txBox="1"/>
          <p:nvPr>
            <p:ph idx="1" type="subTitle"/>
          </p:nvPr>
        </p:nvSpPr>
        <p:spPr>
          <a:xfrm>
            <a:off x="1348875" y="3244753"/>
            <a:ext cx="2606700" cy="777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3" name="Google Shape;483;p69"/>
          <p:cNvSpPr txBox="1"/>
          <p:nvPr>
            <p:ph idx="2" type="subTitle"/>
          </p:nvPr>
        </p:nvSpPr>
        <p:spPr>
          <a:xfrm>
            <a:off x="1348875" y="2812600"/>
            <a:ext cx="2606700" cy="517200"/>
          </a:xfrm>
          <a:prstGeom prst="rect">
            <a:avLst/>
          </a:prstGeom>
          <a:noFill/>
          <a:ln>
            <a:noFill/>
          </a:ln>
        </p:spPr>
        <p:txBody>
          <a:bodyPr anchorCtr="0" anchor="b" bIns="91425" lIns="91425" spcFirstLastPara="1" rIns="91425" wrap="square" tIns="91425">
            <a:noAutofit/>
          </a:bodyPr>
          <a:lstStyle>
            <a:lvl1pPr lvl="0" algn="ctr">
              <a:lnSpc>
                <a:spcPct val="9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484" name="Google Shape;484;p69"/>
          <p:cNvSpPr txBox="1"/>
          <p:nvPr>
            <p:ph idx="3" type="subTitle"/>
          </p:nvPr>
        </p:nvSpPr>
        <p:spPr>
          <a:xfrm>
            <a:off x="5188425" y="3244753"/>
            <a:ext cx="2606700" cy="777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5" name="Google Shape;485;p69"/>
          <p:cNvSpPr txBox="1"/>
          <p:nvPr>
            <p:ph idx="4" type="subTitle"/>
          </p:nvPr>
        </p:nvSpPr>
        <p:spPr>
          <a:xfrm>
            <a:off x="5188425" y="2812600"/>
            <a:ext cx="2606700" cy="517200"/>
          </a:xfrm>
          <a:prstGeom prst="rect">
            <a:avLst/>
          </a:prstGeom>
          <a:noFill/>
          <a:ln>
            <a:noFill/>
          </a:ln>
        </p:spPr>
        <p:txBody>
          <a:bodyPr anchorCtr="0" anchor="b" bIns="91425" lIns="91425" spcFirstLastPara="1" rIns="91425" wrap="square" tIns="91425">
            <a:noAutofit/>
          </a:bodyPr>
          <a:lstStyle>
            <a:lvl1pPr lvl="0" algn="ctr">
              <a:lnSpc>
                <a:spcPct val="9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9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grpSp>
        <p:nvGrpSpPr>
          <p:cNvPr id="486" name="Google Shape;486;p69"/>
          <p:cNvGrpSpPr/>
          <p:nvPr/>
        </p:nvGrpSpPr>
        <p:grpSpPr>
          <a:xfrm>
            <a:off x="-1550551" y="4335503"/>
            <a:ext cx="2750618" cy="2741916"/>
            <a:chOff x="2724183" y="-1866850"/>
            <a:chExt cx="2750618" cy="2741916"/>
          </a:xfrm>
        </p:grpSpPr>
        <p:sp>
          <p:nvSpPr>
            <p:cNvPr id="487" name="Google Shape;487;p69"/>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488" name="Google Shape;488;p69"/>
            <p:cNvGrpSpPr/>
            <p:nvPr/>
          </p:nvGrpSpPr>
          <p:grpSpPr>
            <a:xfrm flipH="1" rot="-5400000">
              <a:off x="2724854" y="-1701422"/>
              <a:ext cx="2575817" cy="2577160"/>
              <a:chOff x="1550275" y="1493275"/>
              <a:chExt cx="1582100" cy="1582925"/>
            </a:xfrm>
          </p:grpSpPr>
          <p:sp>
            <p:nvSpPr>
              <p:cNvPr id="489" name="Google Shape;489;p69"/>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90" name="Google Shape;490;p69"/>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91" name="Google Shape;491;p69"/>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92" name="Google Shape;492;p69"/>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93" name="Google Shape;493;p69"/>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94" name="Google Shape;494;p69"/>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95" name="Google Shape;495;p69"/>
              <p:cNvSpPr/>
              <p:nvPr/>
            </p:nvSpPr>
            <p:spPr>
              <a:xfrm>
                <a:off x="1735631" y="1684323"/>
                <a:ext cx="1122767" cy="1115752"/>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96" name="Google Shape;496;p69"/>
              <p:cNvSpPr/>
              <p:nvPr/>
            </p:nvSpPr>
            <p:spPr>
              <a:xfrm>
                <a:off x="1804016" y="1767249"/>
                <a:ext cx="1138050" cy="1120681"/>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97" name="Google Shape;497;p69"/>
              <p:cNvSpPr/>
              <p:nvPr/>
            </p:nvSpPr>
            <p:spPr>
              <a:xfrm>
                <a:off x="1891023" y="1863197"/>
                <a:ext cx="1121111" cy="1119801"/>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98" name="Google Shape;498;p69"/>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99" name="Google Shape;499;p69"/>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00" name="Google Shape;500;p69"/>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01" name="Google Shape;501;p69"/>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02" name="Google Shape;502;p69"/>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503" name="Google Shape;503;p69"/>
          <p:cNvGrpSpPr/>
          <p:nvPr/>
        </p:nvGrpSpPr>
        <p:grpSpPr>
          <a:xfrm rot="-5400000">
            <a:off x="-1635677" y="-2138934"/>
            <a:ext cx="2750618" cy="2741916"/>
            <a:chOff x="2724183" y="-1866850"/>
            <a:chExt cx="2750618" cy="2741916"/>
          </a:xfrm>
        </p:grpSpPr>
        <p:sp>
          <p:nvSpPr>
            <p:cNvPr id="504" name="Google Shape;504;p69"/>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505" name="Google Shape;505;p69"/>
            <p:cNvGrpSpPr/>
            <p:nvPr/>
          </p:nvGrpSpPr>
          <p:grpSpPr>
            <a:xfrm flipH="1" rot="-5400000">
              <a:off x="2724854" y="-1701422"/>
              <a:ext cx="2575817" cy="2577160"/>
              <a:chOff x="1550275" y="1493275"/>
              <a:chExt cx="1582100" cy="1582925"/>
            </a:xfrm>
          </p:grpSpPr>
          <p:sp>
            <p:nvSpPr>
              <p:cNvPr id="506" name="Google Shape;506;p69"/>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07" name="Google Shape;507;p69"/>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08" name="Google Shape;508;p69"/>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09" name="Google Shape;509;p69"/>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10" name="Google Shape;510;p69"/>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11" name="Google Shape;511;p69"/>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12" name="Google Shape;512;p69"/>
              <p:cNvSpPr/>
              <p:nvPr/>
            </p:nvSpPr>
            <p:spPr>
              <a:xfrm>
                <a:off x="1735631" y="1684323"/>
                <a:ext cx="1122767" cy="1115752"/>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13" name="Google Shape;513;p69"/>
              <p:cNvSpPr/>
              <p:nvPr/>
            </p:nvSpPr>
            <p:spPr>
              <a:xfrm>
                <a:off x="1804016" y="1767249"/>
                <a:ext cx="1138050" cy="1120681"/>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14" name="Google Shape;514;p69"/>
              <p:cNvSpPr/>
              <p:nvPr/>
            </p:nvSpPr>
            <p:spPr>
              <a:xfrm>
                <a:off x="1891023" y="1863197"/>
                <a:ext cx="1121111" cy="1119801"/>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15" name="Google Shape;515;p69"/>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16" name="Google Shape;516;p69"/>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17" name="Google Shape;517;p69"/>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18" name="Google Shape;518;p69"/>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19" name="Google Shape;519;p69"/>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520" name="Google Shape;520;p69"/>
          <p:cNvGrpSpPr/>
          <p:nvPr/>
        </p:nvGrpSpPr>
        <p:grpSpPr>
          <a:xfrm flipH="1">
            <a:off x="7525125" y="4466980"/>
            <a:ext cx="2577160" cy="2638568"/>
            <a:chOff x="-1115775" y="4467744"/>
            <a:chExt cx="2577160" cy="2638568"/>
          </a:xfrm>
        </p:grpSpPr>
        <p:sp>
          <p:nvSpPr>
            <p:cNvPr id="521" name="Google Shape;521;p69"/>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522" name="Google Shape;522;p69"/>
            <p:cNvGrpSpPr/>
            <p:nvPr/>
          </p:nvGrpSpPr>
          <p:grpSpPr>
            <a:xfrm flipH="1" rot="5400000">
              <a:off x="-1115103" y="4529824"/>
              <a:ext cx="2575817" cy="2577160"/>
              <a:chOff x="1550275" y="1493275"/>
              <a:chExt cx="1582100" cy="1582925"/>
            </a:xfrm>
          </p:grpSpPr>
          <p:sp>
            <p:nvSpPr>
              <p:cNvPr id="523" name="Google Shape;523;p69"/>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24" name="Google Shape;524;p69"/>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25" name="Google Shape;525;p69"/>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26" name="Google Shape;526;p69"/>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27" name="Google Shape;527;p69"/>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28" name="Google Shape;528;p69"/>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29" name="Google Shape;529;p69"/>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30" name="Google Shape;530;p69"/>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31" name="Google Shape;531;p69"/>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32" name="Google Shape;532;p69"/>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33" name="Google Shape;533;p69"/>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34" name="Google Shape;534;p69"/>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35" name="Google Shape;535;p69"/>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36" name="Google Shape;536;p69"/>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6_1">
    <p:spTree>
      <p:nvGrpSpPr>
        <p:cNvPr id="537" name="Shape 537"/>
        <p:cNvGrpSpPr/>
        <p:nvPr/>
      </p:nvGrpSpPr>
      <p:grpSpPr>
        <a:xfrm>
          <a:off x="0" y="0"/>
          <a:ext cx="0" cy="0"/>
          <a:chOff x="0" y="0"/>
          <a:chExt cx="0" cy="0"/>
        </a:xfrm>
      </p:grpSpPr>
      <p:sp>
        <p:nvSpPr>
          <p:cNvPr id="538" name="Google Shape;538;p70"/>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539" name="Google Shape;539;p70"/>
          <p:cNvSpPr txBox="1"/>
          <p:nvPr>
            <p:ph idx="1" type="subTitle"/>
          </p:nvPr>
        </p:nvSpPr>
        <p:spPr>
          <a:xfrm>
            <a:off x="799325" y="3559451"/>
            <a:ext cx="22281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40" name="Google Shape;540;p70"/>
          <p:cNvSpPr txBox="1"/>
          <p:nvPr>
            <p:ph idx="2" type="subTitle"/>
          </p:nvPr>
        </p:nvSpPr>
        <p:spPr>
          <a:xfrm>
            <a:off x="799325" y="3084650"/>
            <a:ext cx="22281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541" name="Google Shape;541;p70"/>
          <p:cNvSpPr txBox="1"/>
          <p:nvPr>
            <p:ph idx="3" type="subTitle"/>
          </p:nvPr>
        </p:nvSpPr>
        <p:spPr>
          <a:xfrm>
            <a:off x="6116575" y="3559450"/>
            <a:ext cx="22281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42" name="Google Shape;542;p70"/>
          <p:cNvSpPr txBox="1"/>
          <p:nvPr>
            <p:ph idx="4" type="subTitle"/>
          </p:nvPr>
        </p:nvSpPr>
        <p:spPr>
          <a:xfrm>
            <a:off x="6116575" y="3084650"/>
            <a:ext cx="22281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543" name="Google Shape;543;p70"/>
          <p:cNvSpPr txBox="1"/>
          <p:nvPr>
            <p:ph idx="5" type="subTitle"/>
          </p:nvPr>
        </p:nvSpPr>
        <p:spPr>
          <a:xfrm>
            <a:off x="3457950" y="3559451"/>
            <a:ext cx="22281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44" name="Google Shape;544;p70"/>
          <p:cNvSpPr txBox="1"/>
          <p:nvPr>
            <p:ph idx="6" type="subTitle"/>
          </p:nvPr>
        </p:nvSpPr>
        <p:spPr>
          <a:xfrm>
            <a:off x="3457950" y="3084650"/>
            <a:ext cx="22281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545" name="Google Shape;545;p70"/>
          <p:cNvSpPr txBox="1"/>
          <p:nvPr>
            <p:ph idx="7" type="subTitle"/>
          </p:nvPr>
        </p:nvSpPr>
        <p:spPr>
          <a:xfrm>
            <a:off x="2128575" y="1952525"/>
            <a:ext cx="22281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46" name="Google Shape;546;p70"/>
          <p:cNvSpPr txBox="1"/>
          <p:nvPr>
            <p:ph idx="8" type="subTitle"/>
          </p:nvPr>
        </p:nvSpPr>
        <p:spPr>
          <a:xfrm>
            <a:off x="2128575" y="1477725"/>
            <a:ext cx="22281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547" name="Google Shape;547;p70"/>
          <p:cNvSpPr txBox="1"/>
          <p:nvPr>
            <p:ph idx="9" type="subTitle"/>
          </p:nvPr>
        </p:nvSpPr>
        <p:spPr>
          <a:xfrm>
            <a:off x="4787269" y="1952525"/>
            <a:ext cx="22281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48" name="Google Shape;548;p70"/>
          <p:cNvSpPr txBox="1"/>
          <p:nvPr>
            <p:ph idx="13" type="subTitle"/>
          </p:nvPr>
        </p:nvSpPr>
        <p:spPr>
          <a:xfrm>
            <a:off x="4787263" y="1477725"/>
            <a:ext cx="22281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grpSp>
        <p:nvGrpSpPr>
          <p:cNvPr id="549" name="Google Shape;549;p70"/>
          <p:cNvGrpSpPr/>
          <p:nvPr/>
        </p:nvGrpSpPr>
        <p:grpSpPr>
          <a:xfrm flipH="1">
            <a:off x="7775344" y="4479745"/>
            <a:ext cx="2744275" cy="2727763"/>
            <a:chOff x="5985575" y="4420825"/>
            <a:chExt cx="2744275" cy="2727763"/>
          </a:xfrm>
        </p:grpSpPr>
        <p:sp>
          <p:nvSpPr>
            <p:cNvPr id="550" name="Google Shape;550;p70"/>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551" name="Google Shape;551;p70"/>
            <p:cNvGrpSpPr/>
            <p:nvPr/>
          </p:nvGrpSpPr>
          <p:grpSpPr>
            <a:xfrm flipH="1" rot="5400000">
              <a:off x="5986247" y="4572099"/>
              <a:ext cx="2575817" cy="2577160"/>
              <a:chOff x="1550275" y="1493275"/>
              <a:chExt cx="1582100" cy="1582925"/>
            </a:xfrm>
          </p:grpSpPr>
          <p:sp>
            <p:nvSpPr>
              <p:cNvPr id="552" name="Google Shape;552;p70"/>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53" name="Google Shape;553;p70"/>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54" name="Google Shape;554;p70"/>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55" name="Google Shape;555;p70"/>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56" name="Google Shape;556;p70"/>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57" name="Google Shape;557;p70"/>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58" name="Google Shape;558;p70"/>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59" name="Google Shape;559;p70"/>
              <p:cNvSpPr/>
              <p:nvPr/>
            </p:nvSpPr>
            <p:spPr>
              <a:xfrm>
                <a:off x="1861553" y="1767253"/>
                <a:ext cx="1080578" cy="1082004"/>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60" name="Google Shape;560;p70"/>
              <p:cNvSpPr/>
              <p:nvPr/>
            </p:nvSpPr>
            <p:spPr>
              <a:xfrm>
                <a:off x="1898130" y="1863198"/>
                <a:ext cx="1114002" cy="1086690"/>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61" name="Google Shape;561;p70"/>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62" name="Google Shape;562;p70"/>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63" name="Google Shape;563;p70"/>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64" name="Google Shape;564;p70"/>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65" name="Google Shape;565;p70"/>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566" name="Google Shape;566;p70"/>
          <p:cNvGrpSpPr/>
          <p:nvPr/>
        </p:nvGrpSpPr>
        <p:grpSpPr>
          <a:xfrm flipH="1" rot="10800000">
            <a:off x="-1521055" y="-1902029"/>
            <a:ext cx="2744275" cy="2727763"/>
            <a:chOff x="5985575" y="4420825"/>
            <a:chExt cx="2744275" cy="2727763"/>
          </a:xfrm>
        </p:grpSpPr>
        <p:sp>
          <p:nvSpPr>
            <p:cNvPr id="567" name="Google Shape;567;p70"/>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568" name="Google Shape;568;p70"/>
            <p:cNvGrpSpPr/>
            <p:nvPr/>
          </p:nvGrpSpPr>
          <p:grpSpPr>
            <a:xfrm flipH="1" rot="5400000">
              <a:off x="5986247" y="4572099"/>
              <a:ext cx="2575817" cy="2577160"/>
              <a:chOff x="1550275" y="1493275"/>
              <a:chExt cx="1582100" cy="1582925"/>
            </a:xfrm>
          </p:grpSpPr>
          <p:sp>
            <p:nvSpPr>
              <p:cNvPr id="569" name="Google Shape;569;p70"/>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0" name="Google Shape;570;p70"/>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1" name="Google Shape;571;p70"/>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2" name="Google Shape;572;p70"/>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3" name="Google Shape;573;p70"/>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4" name="Google Shape;574;p70"/>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5" name="Google Shape;575;p70"/>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6" name="Google Shape;576;p70"/>
              <p:cNvSpPr/>
              <p:nvPr/>
            </p:nvSpPr>
            <p:spPr>
              <a:xfrm>
                <a:off x="1861553" y="1767253"/>
                <a:ext cx="1080578" cy="1082004"/>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7" name="Google Shape;577;p70"/>
              <p:cNvSpPr/>
              <p:nvPr/>
            </p:nvSpPr>
            <p:spPr>
              <a:xfrm>
                <a:off x="1898130" y="1863198"/>
                <a:ext cx="1114002" cy="1086690"/>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8" name="Google Shape;578;p70"/>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79" name="Google Shape;579;p70"/>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80" name="Google Shape;580;p70"/>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81" name="Google Shape;581;p70"/>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82" name="Google Shape;582;p70"/>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583" name="Google Shape;583;p70"/>
          <p:cNvGrpSpPr/>
          <p:nvPr/>
        </p:nvGrpSpPr>
        <p:grpSpPr>
          <a:xfrm>
            <a:off x="-1353939" y="4405881"/>
            <a:ext cx="2577160" cy="2638568"/>
            <a:chOff x="-1115775" y="4467744"/>
            <a:chExt cx="2577160" cy="2638568"/>
          </a:xfrm>
        </p:grpSpPr>
        <p:sp>
          <p:nvSpPr>
            <p:cNvPr id="584" name="Google Shape;584;p70"/>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585" name="Google Shape;585;p70"/>
            <p:cNvGrpSpPr/>
            <p:nvPr/>
          </p:nvGrpSpPr>
          <p:grpSpPr>
            <a:xfrm flipH="1" rot="5400000">
              <a:off x="-1115103" y="4529824"/>
              <a:ext cx="2575817" cy="2577160"/>
              <a:chOff x="1550275" y="1493275"/>
              <a:chExt cx="1582100" cy="1582925"/>
            </a:xfrm>
          </p:grpSpPr>
          <p:sp>
            <p:nvSpPr>
              <p:cNvPr id="586" name="Google Shape;586;p70"/>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87" name="Google Shape;587;p70"/>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88" name="Google Shape;588;p70"/>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89" name="Google Shape;589;p70"/>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90" name="Google Shape;590;p70"/>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91" name="Google Shape;591;p70"/>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92" name="Google Shape;592;p70"/>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93" name="Google Shape;593;p70"/>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94" name="Google Shape;594;p70"/>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95" name="Google Shape;595;p70"/>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96" name="Google Shape;596;p70"/>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97" name="Google Shape;597;p70"/>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98" name="Google Shape;598;p70"/>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99" name="Google Shape;599;p70"/>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600" name="Google Shape;600;p70"/>
          <p:cNvGrpSpPr/>
          <p:nvPr/>
        </p:nvGrpSpPr>
        <p:grpSpPr>
          <a:xfrm rot="10800000">
            <a:off x="7707911" y="-2002418"/>
            <a:ext cx="2577160" cy="2638568"/>
            <a:chOff x="-1115775" y="4467744"/>
            <a:chExt cx="2577160" cy="2638568"/>
          </a:xfrm>
        </p:grpSpPr>
        <p:sp>
          <p:nvSpPr>
            <p:cNvPr id="601" name="Google Shape;601;p70"/>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602" name="Google Shape;602;p70"/>
            <p:cNvGrpSpPr/>
            <p:nvPr/>
          </p:nvGrpSpPr>
          <p:grpSpPr>
            <a:xfrm flipH="1" rot="5400000">
              <a:off x="-1115103" y="4529824"/>
              <a:ext cx="2575817" cy="2577160"/>
              <a:chOff x="1550275" y="1493275"/>
              <a:chExt cx="1582100" cy="1582925"/>
            </a:xfrm>
          </p:grpSpPr>
          <p:sp>
            <p:nvSpPr>
              <p:cNvPr id="603" name="Google Shape;603;p70"/>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04" name="Google Shape;604;p70"/>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05" name="Google Shape;605;p70"/>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06" name="Google Shape;606;p70"/>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07" name="Google Shape;607;p70"/>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08" name="Google Shape;608;p70"/>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09" name="Google Shape;609;p70"/>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10" name="Google Shape;610;p70"/>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11" name="Google Shape;611;p70"/>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12" name="Google Shape;612;p70"/>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13" name="Google Shape;613;p70"/>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14" name="Google Shape;614;p70"/>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15" name="Google Shape;615;p70"/>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16" name="Google Shape;616;p70"/>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617" name="Shape 617"/>
        <p:cNvGrpSpPr/>
        <p:nvPr/>
      </p:nvGrpSpPr>
      <p:grpSpPr>
        <a:xfrm>
          <a:off x="0" y="0"/>
          <a:ext cx="0" cy="0"/>
          <a:chOff x="0" y="0"/>
          <a:chExt cx="0" cy="0"/>
        </a:xfrm>
      </p:grpSpPr>
      <p:sp>
        <p:nvSpPr>
          <p:cNvPr id="618" name="Google Shape;618;p71"/>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619" name="Google Shape;619;p71"/>
          <p:cNvSpPr txBox="1"/>
          <p:nvPr>
            <p:ph idx="1" type="subTitle"/>
          </p:nvPr>
        </p:nvSpPr>
        <p:spPr>
          <a:xfrm>
            <a:off x="1663725" y="1703475"/>
            <a:ext cx="2536200" cy="615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20" name="Google Shape;620;p71"/>
          <p:cNvSpPr txBox="1"/>
          <p:nvPr>
            <p:ph idx="2" type="subTitle"/>
          </p:nvPr>
        </p:nvSpPr>
        <p:spPr>
          <a:xfrm>
            <a:off x="1663725" y="1254975"/>
            <a:ext cx="2536200" cy="5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621" name="Google Shape;621;p71"/>
          <p:cNvSpPr txBox="1"/>
          <p:nvPr>
            <p:ph idx="3" type="subTitle"/>
          </p:nvPr>
        </p:nvSpPr>
        <p:spPr>
          <a:xfrm>
            <a:off x="1663725" y="3992975"/>
            <a:ext cx="2536200" cy="615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22" name="Google Shape;622;p71"/>
          <p:cNvSpPr txBox="1"/>
          <p:nvPr>
            <p:ph idx="4" type="subTitle"/>
          </p:nvPr>
        </p:nvSpPr>
        <p:spPr>
          <a:xfrm>
            <a:off x="1663725" y="3544475"/>
            <a:ext cx="2536200" cy="5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623" name="Google Shape;623;p71"/>
          <p:cNvSpPr txBox="1"/>
          <p:nvPr>
            <p:ph idx="5" type="subTitle"/>
          </p:nvPr>
        </p:nvSpPr>
        <p:spPr>
          <a:xfrm>
            <a:off x="1663725" y="2848225"/>
            <a:ext cx="2536200" cy="615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24" name="Google Shape;624;p71"/>
          <p:cNvSpPr txBox="1"/>
          <p:nvPr>
            <p:ph idx="6" type="subTitle"/>
          </p:nvPr>
        </p:nvSpPr>
        <p:spPr>
          <a:xfrm>
            <a:off x="1663725" y="2399725"/>
            <a:ext cx="2536200" cy="5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625" name="Google Shape;625;p71"/>
          <p:cNvSpPr txBox="1"/>
          <p:nvPr>
            <p:ph idx="7" type="subTitle"/>
          </p:nvPr>
        </p:nvSpPr>
        <p:spPr>
          <a:xfrm>
            <a:off x="5836925" y="1703475"/>
            <a:ext cx="2536200" cy="615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26" name="Google Shape;626;p71"/>
          <p:cNvSpPr txBox="1"/>
          <p:nvPr>
            <p:ph idx="8" type="subTitle"/>
          </p:nvPr>
        </p:nvSpPr>
        <p:spPr>
          <a:xfrm>
            <a:off x="5836925" y="1254975"/>
            <a:ext cx="2536200" cy="5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627" name="Google Shape;627;p71"/>
          <p:cNvSpPr txBox="1"/>
          <p:nvPr>
            <p:ph idx="9" type="subTitle"/>
          </p:nvPr>
        </p:nvSpPr>
        <p:spPr>
          <a:xfrm>
            <a:off x="5836925" y="3992975"/>
            <a:ext cx="2536200" cy="615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28" name="Google Shape;628;p71"/>
          <p:cNvSpPr txBox="1"/>
          <p:nvPr>
            <p:ph idx="13" type="subTitle"/>
          </p:nvPr>
        </p:nvSpPr>
        <p:spPr>
          <a:xfrm>
            <a:off x="5836925" y="3544475"/>
            <a:ext cx="2536200" cy="5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629" name="Google Shape;629;p71"/>
          <p:cNvSpPr txBox="1"/>
          <p:nvPr>
            <p:ph idx="14" type="subTitle"/>
          </p:nvPr>
        </p:nvSpPr>
        <p:spPr>
          <a:xfrm>
            <a:off x="5836925" y="2848225"/>
            <a:ext cx="2536200" cy="615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30" name="Google Shape;630;p71"/>
          <p:cNvSpPr txBox="1"/>
          <p:nvPr>
            <p:ph idx="15" type="subTitle"/>
          </p:nvPr>
        </p:nvSpPr>
        <p:spPr>
          <a:xfrm>
            <a:off x="5836925" y="2399725"/>
            <a:ext cx="2536200" cy="5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grpSp>
        <p:nvGrpSpPr>
          <p:cNvPr id="631" name="Google Shape;631;p71"/>
          <p:cNvGrpSpPr/>
          <p:nvPr/>
        </p:nvGrpSpPr>
        <p:grpSpPr>
          <a:xfrm flipH="1" rot="-5400000">
            <a:off x="7686014" y="-2071704"/>
            <a:ext cx="2744275" cy="2727763"/>
            <a:chOff x="5985575" y="4420825"/>
            <a:chExt cx="2744275" cy="2727763"/>
          </a:xfrm>
        </p:grpSpPr>
        <p:sp>
          <p:nvSpPr>
            <p:cNvPr id="632" name="Google Shape;632;p71"/>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633" name="Google Shape;633;p71"/>
            <p:cNvGrpSpPr/>
            <p:nvPr/>
          </p:nvGrpSpPr>
          <p:grpSpPr>
            <a:xfrm flipH="1" rot="5400000">
              <a:off x="5986247" y="4572099"/>
              <a:ext cx="2575817" cy="2577160"/>
              <a:chOff x="1550275" y="1493275"/>
              <a:chExt cx="1582100" cy="1582925"/>
            </a:xfrm>
          </p:grpSpPr>
          <p:sp>
            <p:nvSpPr>
              <p:cNvPr id="634" name="Google Shape;634;p7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35" name="Google Shape;635;p7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36" name="Google Shape;636;p7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37" name="Google Shape;637;p7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38" name="Google Shape;638;p7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39" name="Google Shape;639;p7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40" name="Google Shape;640;p71"/>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41" name="Google Shape;641;p71"/>
              <p:cNvSpPr/>
              <p:nvPr/>
            </p:nvSpPr>
            <p:spPr>
              <a:xfrm>
                <a:off x="1861553" y="1767253"/>
                <a:ext cx="1080578" cy="1082004"/>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42" name="Google Shape;642;p71"/>
              <p:cNvSpPr/>
              <p:nvPr/>
            </p:nvSpPr>
            <p:spPr>
              <a:xfrm>
                <a:off x="1898130" y="1863198"/>
                <a:ext cx="1114002" cy="1086690"/>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43" name="Google Shape;643;p7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44" name="Google Shape;644;p7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45" name="Google Shape;645;p7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46" name="Google Shape;646;p7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47" name="Google Shape;647;p7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648" name="Google Shape;648;p71"/>
          <p:cNvGrpSpPr/>
          <p:nvPr/>
        </p:nvGrpSpPr>
        <p:grpSpPr>
          <a:xfrm flipH="1" rot="10800000">
            <a:off x="-1281564" y="-2027093"/>
            <a:ext cx="2577160" cy="2638568"/>
            <a:chOff x="-1115775" y="4467744"/>
            <a:chExt cx="2577160" cy="2638568"/>
          </a:xfrm>
        </p:grpSpPr>
        <p:sp>
          <p:nvSpPr>
            <p:cNvPr id="649" name="Google Shape;649;p71"/>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650" name="Google Shape;650;p71"/>
            <p:cNvGrpSpPr/>
            <p:nvPr/>
          </p:nvGrpSpPr>
          <p:grpSpPr>
            <a:xfrm flipH="1" rot="5400000">
              <a:off x="-1115103" y="4529824"/>
              <a:ext cx="2575817" cy="2577160"/>
              <a:chOff x="1550275" y="1493275"/>
              <a:chExt cx="1582100" cy="1582925"/>
            </a:xfrm>
          </p:grpSpPr>
          <p:sp>
            <p:nvSpPr>
              <p:cNvPr id="651" name="Google Shape;651;p7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52" name="Google Shape;652;p7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53" name="Google Shape;653;p7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54" name="Google Shape;654;p7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55" name="Google Shape;655;p7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56" name="Google Shape;656;p7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57" name="Google Shape;657;p71"/>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58" name="Google Shape;658;p71"/>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59" name="Google Shape;659;p71"/>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60" name="Google Shape;660;p7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61" name="Google Shape;661;p7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62" name="Google Shape;662;p7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63" name="Google Shape;663;p7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64" name="Google Shape;664;p7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_1">
    <p:spTree>
      <p:nvGrpSpPr>
        <p:cNvPr id="665" name="Shape 665"/>
        <p:cNvGrpSpPr/>
        <p:nvPr/>
      </p:nvGrpSpPr>
      <p:grpSpPr>
        <a:xfrm>
          <a:off x="0" y="0"/>
          <a:ext cx="0" cy="0"/>
          <a:chOff x="0" y="0"/>
          <a:chExt cx="0" cy="0"/>
        </a:xfrm>
      </p:grpSpPr>
      <p:sp>
        <p:nvSpPr>
          <p:cNvPr id="666" name="Google Shape;666;p72"/>
          <p:cNvSpPr txBox="1"/>
          <p:nvPr>
            <p:ph type="title"/>
          </p:nvPr>
        </p:nvSpPr>
        <p:spPr>
          <a:xfrm>
            <a:off x="5456275" y="2122025"/>
            <a:ext cx="2974500" cy="1569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4500"/>
              <a:buNone/>
              <a:defRPr sz="4500"/>
            </a:lvl1pPr>
            <a:lvl2pPr lvl="1" algn="r">
              <a:lnSpc>
                <a:spcPct val="100000"/>
              </a:lnSpc>
              <a:spcBef>
                <a:spcPts val="0"/>
              </a:spcBef>
              <a:spcAft>
                <a:spcPts val="0"/>
              </a:spcAft>
              <a:buSzPts val="4500"/>
              <a:buNone/>
              <a:defRPr sz="4500"/>
            </a:lvl2pPr>
            <a:lvl3pPr lvl="2" algn="r">
              <a:lnSpc>
                <a:spcPct val="100000"/>
              </a:lnSpc>
              <a:spcBef>
                <a:spcPts val="0"/>
              </a:spcBef>
              <a:spcAft>
                <a:spcPts val="0"/>
              </a:spcAft>
              <a:buSzPts val="4500"/>
              <a:buNone/>
              <a:defRPr sz="4500"/>
            </a:lvl3pPr>
            <a:lvl4pPr lvl="3" algn="r">
              <a:lnSpc>
                <a:spcPct val="100000"/>
              </a:lnSpc>
              <a:spcBef>
                <a:spcPts val="0"/>
              </a:spcBef>
              <a:spcAft>
                <a:spcPts val="0"/>
              </a:spcAft>
              <a:buSzPts val="4500"/>
              <a:buNone/>
              <a:defRPr sz="4500"/>
            </a:lvl4pPr>
            <a:lvl5pPr lvl="4" algn="r">
              <a:lnSpc>
                <a:spcPct val="100000"/>
              </a:lnSpc>
              <a:spcBef>
                <a:spcPts val="0"/>
              </a:spcBef>
              <a:spcAft>
                <a:spcPts val="0"/>
              </a:spcAft>
              <a:buSzPts val="4500"/>
              <a:buNone/>
              <a:defRPr sz="4500"/>
            </a:lvl5pPr>
            <a:lvl6pPr lvl="5" algn="r">
              <a:lnSpc>
                <a:spcPct val="100000"/>
              </a:lnSpc>
              <a:spcBef>
                <a:spcPts val="0"/>
              </a:spcBef>
              <a:spcAft>
                <a:spcPts val="0"/>
              </a:spcAft>
              <a:buSzPts val="4500"/>
              <a:buNone/>
              <a:defRPr sz="4500"/>
            </a:lvl6pPr>
            <a:lvl7pPr lvl="6" algn="r">
              <a:lnSpc>
                <a:spcPct val="100000"/>
              </a:lnSpc>
              <a:spcBef>
                <a:spcPts val="0"/>
              </a:spcBef>
              <a:spcAft>
                <a:spcPts val="0"/>
              </a:spcAft>
              <a:buSzPts val="4500"/>
              <a:buNone/>
              <a:defRPr sz="4500"/>
            </a:lvl7pPr>
            <a:lvl8pPr lvl="7" algn="r">
              <a:lnSpc>
                <a:spcPct val="100000"/>
              </a:lnSpc>
              <a:spcBef>
                <a:spcPts val="0"/>
              </a:spcBef>
              <a:spcAft>
                <a:spcPts val="0"/>
              </a:spcAft>
              <a:buSzPts val="4500"/>
              <a:buNone/>
              <a:defRPr sz="4500"/>
            </a:lvl8pPr>
            <a:lvl9pPr lvl="8" algn="r">
              <a:lnSpc>
                <a:spcPct val="100000"/>
              </a:lnSpc>
              <a:spcBef>
                <a:spcPts val="0"/>
              </a:spcBef>
              <a:spcAft>
                <a:spcPts val="0"/>
              </a:spcAft>
              <a:buSzPts val="4500"/>
              <a:buNone/>
              <a:defRPr sz="4500"/>
            </a:lvl9pPr>
          </a:lstStyle>
          <a:p/>
        </p:txBody>
      </p:sp>
      <p:sp>
        <p:nvSpPr>
          <p:cNvPr id="667" name="Google Shape;667;p72"/>
          <p:cNvSpPr txBox="1"/>
          <p:nvPr>
            <p:ph idx="2" type="title"/>
          </p:nvPr>
        </p:nvSpPr>
        <p:spPr>
          <a:xfrm>
            <a:off x="7354675" y="1055725"/>
            <a:ext cx="1076100" cy="10005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5300"/>
              <a:buNone/>
              <a:defRPr sz="5300"/>
            </a:lvl1pPr>
            <a:lvl2pPr lvl="1" algn="r">
              <a:lnSpc>
                <a:spcPct val="100000"/>
              </a:lnSpc>
              <a:spcBef>
                <a:spcPts val="0"/>
              </a:spcBef>
              <a:spcAft>
                <a:spcPts val="0"/>
              </a:spcAft>
              <a:buSzPts val="5300"/>
              <a:buNone/>
              <a:defRPr sz="5300"/>
            </a:lvl2pPr>
            <a:lvl3pPr lvl="2" algn="r">
              <a:lnSpc>
                <a:spcPct val="100000"/>
              </a:lnSpc>
              <a:spcBef>
                <a:spcPts val="0"/>
              </a:spcBef>
              <a:spcAft>
                <a:spcPts val="0"/>
              </a:spcAft>
              <a:buSzPts val="5300"/>
              <a:buNone/>
              <a:defRPr sz="5300"/>
            </a:lvl3pPr>
            <a:lvl4pPr lvl="3" algn="r">
              <a:lnSpc>
                <a:spcPct val="100000"/>
              </a:lnSpc>
              <a:spcBef>
                <a:spcPts val="0"/>
              </a:spcBef>
              <a:spcAft>
                <a:spcPts val="0"/>
              </a:spcAft>
              <a:buSzPts val="5300"/>
              <a:buNone/>
              <a:defRPr sz="5300"/>
            </a:lvl4pPr>
            <a:lvl5pPr lvl="4" algn="r">
              <a:lnSpc>
                <a:spcPct val="100000"/>
              </a:lnSpc>
              <a:spcBef>
                <a:spcPts val="0"/>
              </a:spcBef>
              <a:spcAft>
                <a:spcPts val="0"/>
              </a:spcAft>
              <a:buSzPts val="5300"/>
              <a:buNone/>
              <a:defRPr sz="5300"/>
            </a:lvl5pPr>
            <a:lvl6pPr lvl="5" algn="r">
              <a:lnSpc>
                <a:spcPct val="100000"/>
              </a:lnSpc>
              <a:spcBef>
                <a:spcPts val="0"/>
              </a:spcBef>
              <a:spcAft>
                <a:spcPts val="0"/>
              </a:spcAft>
              <a:buSzPts val="5300"/>
              <a:buNone/>
              <a:defRPr sz="5300"/>
            </a:lvl6pPr>
            <a:lvl7pPr lvl="6" algn="r">
              <a:lnSpc>
                <a:spcPct val="100000"/>
              </a:lnSpc>
              <a:spcBef>
                <a:spcPts val="0"/>
              </a:spcBef>
              <a:spcAft>
                <a:spcPts val="0"/>
              </a:spcAft>
              <a:buSzPts val="5300"/>
              <a:buNone/>
              <a:defRPr sz="5300"/>
            </a:lvl7pPr>
            <a:lvl8pPr lvl="7" algn="r">
              <a:lnSpc>
                <a:spcPct val="100000"/>
              </a:lnSpc>
              <a:spcBef>
                <a:spcPts val="0"/>
              </a:spcBef>
              <a:spcAft>
                <a:spcPts val="0"/>
              </a:spcAft>
              <a:buSzPts val="5300"/>
              <a:buNone/>
              <a:defRPr sz="5300"/>
            </a:lvl8pPr>
            <a:lvl9pPr lvl="8" algn="r">
              <a:lnSpc>
                <a:spcPct val="100000"/>
              </a:lnSpc>
              <a:spcBef>
                <a:spcPts val="0"/>
              </a:spcBef>
              <a:spcAft>
                <a:spcPts val="0"/>
              </a:spcAft>
              <a:buSzPts val="5300"/>
              <a:buNone/>
              <a:defRPr sz="5300"/>
            </a:lvl9pPr>
          </a:lstStyle>
          <a:p/>
        </p:txBody>
      </p:sp>
      <p:grpSp>
        <p:nvGrpSpPr>
          <p:cNvPr id="668" name="Google Shape;668;p72"/>
          <p:cNvGrpSpPr/>
          <p:nvPr/>
        </p:nvGrpSpPr>
        <p:grpSpPr>
          <a:xfrm flipH="1" rot="5400000">
            <a:off x="-1448461" y="4086201"/>
            <a:ext cx="2744275" cy="2727763"/>
            <a:chOff x="5985575" y="4420825"/>
            <a:chExt cx="2744275" cy="2727763"/>
          </a:xfrm>
        </p:grpSpPr>
        <p:sp>
          <p:nvSpPr>
            <p:cNvPr id="669" name="Google Shape;669;p72"/>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670" name="Google Shape;670;p72"/>
            <p:cNvGrpSpPr/>
            <p:nvPr/>
          </p:nvGrpSpPr>
          <p:grpSpPr>
            <a:xfrm flipH="1" rot="5400000">
              <a:off x="5986247" y="4572099"/>
              <a:ext cx="2575817" cy="2577160"/>
              <a:chOff x="1550275" y="1493275"/>
              <a:chExt cx="1582100" cy="1582925"/>
            </a:xfrm>
          </p:grpSpPr>
          <p:sp>
            <p:nvSpPr>
              <p:cNvPr id="671" name="Google Shape;671;p7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72" name="Google Shape;672;p7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73" name="Google Shape;673;p7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74" name="Google Shape;674;p7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75" name="Google Shape;675;p7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76" name="Google Shape;676;p7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77" name="Google Shape;677;p72"/>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78" name="Google Shape;678;p72"/>
              <p:cNvSpPr/>
              <p:nvPr/>
            </p:nvSpPr>
            <p:spPr>
              <a:xfrm>
                <a:off x="1861553" y="1767253"/>
                <a:ext cx="1080578" cy="1082004"/>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79" name="Google Shape;679;p72"/>
              <p:cNvSpPr/>
              <p:nvPr/>
            </p:nvSpPr>
            <p:spPr>
              <a:xfrm>
                <a:off x="1898130" y="1863198"/>
                <a:ext cx="1114002" cy="1086690"/>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80" name="Google Shape;680;p7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81" name="Google Shape;681;p7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82" name="Google Shape;682;p7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83" name="Google Shape;683;p7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84" name="Google Shape;684;p7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685" name="Google Shape;685;p72"/>
          <p:cNvGrpSpPr/>
          <p:nvPr/>
        </p:nvGrpSpPr>
        <p:grpSpPr>
          <a:xfrm flipH="1" rot="5400000">
            <a:off x="8033690" y="4071318"/>
            <a:ext cx="2744275" cy="2727763"/>
            <a:chOff x="5985575" y="4420825"/>
            <a:chExt cx="2744275" cy="2727763"/>
          </a:xfrm>
        </p:grpSpPr>
        <p:sp>
          <p:nvSpPr>
            <p:cNvPr id="686" name="Google Shape;686;p72"/>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687" name="Google Shape;687;p72"/>
            <p:cNvGrpSpPr/>
            <p:nvPr/>
          </p:nvGrpSpPr>
          <p:grpSpPr>
            <a:xfrm flipH="1" rot="5400000">
              <a:off x="5986247" y="4572099"/>
              <a:ext cx="2575817" cy="2577160"/>
              <a:chOff x="1550275" y="1493275"/>
              <a:chExt cx="1582100" cy="1582925"/>
            </a:xfrm>
          </p:grpSpPr>
          <p:sp>
            <p:nvSpPr>
              <p:cNvPr id="688" name="Google Shape;688;p7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89" name="Google Shape;689;p7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90" name="Google Shape;690;p7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91" name="Google Shape;691;p7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92" name="Google Shape;692;p7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93" name="Google Shape;693;p7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94" name="Google Shape;694;p72"/>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95" name="Google Shape;695;p72"/>
              <p:cNvSpPr/>
              <p:nvPr/>
            </p:nvSpPr>
            <p:spPr>
              <a:xfrm>
                <a:off x="1861553" y="1767253"/>
                <a:ext cx="1080578" cy="1082004"/>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96" name="Google Shape;696;p72"/>
              <p:cNvSpPr/>
              <p:nvPr/>
            </p:nvSpPr>
            <p:spPr>
              <a:xfrm>
                <a:off x="1898130" y="1863198"/>
                <a:ext cx="1114002" cy="1086690"/>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97" name="Google Shape;697;p7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98" name="Google Shape;698;p7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99" name="Google Shape;699;p7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00" name="Google Shape;700;p7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01" name="Google Shape;701;p7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702" name="Google Shape;702;p72"/>
          <p:cNvGrpSpPr/>
          <p:nvPr/>
        </p:nvGrpSpPr>
        <p:grpSpPr>
          <a:xfrm rot="10800000">
            <a:off x="3706710" y="-2251480"/>
            <a:ext cx="2577160" cy="2638568"/>
            <a:chOff x="-1115775" y="4467744"/>
            <a:chExt cx="2577160" cy="2638568"/>
          </a:xfrm>
        </p:grpSpPr>
        <p:sp>
          <p:nvSpPr>
            <p:cNvPr id="703" name="Google Shape;703;p72"/>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704" name="Google Shape;704;p72"/>
            <p:cNvGrpSpPr/>
            <p:nvPr/>
          </p:nvGrpSpPr>
          <p:grpSpPr>
            <a:xfrm flipH="1" rot="5400000">
              <a:off x="-1115103" y="4529824"/>
              <a:ext cx="2575817" cy="2577160"/>
              <a:chOff x="1550275" y="1493275"/>
              <a:chExt cx="1582100" cy="1582925"/>
            </a:xfrm>
          </p:grpSpPr>
          <p:sp>
            <p:nvSpPr>
              <p:cNvPr id="705" name="Google Shape;705;p7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06" name="Google Shape;706;p7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07" name="Google Shape;707;p7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08" name="Google Shape;708;p7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09" name="Google Shape;709;p7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10" name="Google Shape;710;p7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11" name="Google Shape;711;p72"/>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12" name="Google Shape;712;p72"/>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13" name="Google Shape;713;p72"/>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14" name="Google Shape;714;p7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15" name="Google Shape;715;p7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16" name="Google Shape;716;p7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17" name="Google Shape;717;p7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18" name="Google Shape;718;p7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719" name="Shape 719"/>
        <p:cNvGrpSpPr/>
        <p:nvPr/>
      </p:nvGrpSpPr>
      <p:grpSpPr>
        <a:xfrm>
          <a:off x="0" y="0"/>
          <a:ext cx="0" cy="0"/>
          <a:chOff x="0" y="0"/>
          <a:chExt cx="0" cy="0"/>
        </a:xfrm>
      </p:grpSpPr>
      <p:sp>
        <p:nvSpPr>
          <p:cNvPr id="720" name="Google Shape;720;p73"/>
          <p:cNvSpPr txBox="1"/>
          <p:nvPr>
            <p:ph type="title"/>
          </p:nvPr>
        </p:nvSpPr>
        <p:spPr>
          <a:xfrm>
            <a:off x="783150" y="3682225"/>
            <a:ext cx="7577700" cy="615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21" name="Google Shape;721;p73"/>
          <p:cNvSpPr txBox="1"/>
          <p:nvPr>
            <p:ph idx="1" type="subTitle"/>
          </p:nvPr>
        </p:nvSpPr>
        <p:spPr>
          <a:xfrm>
            <a:off x="783150" y="1974401"/>
            <a:ext cx="7577700" cy="1509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2900"/>
            </a:lvl1pPr>
            <a:lvl2pPr lvl="1" algn="ctr">
              <a:lnSpc>
                <a:spcPct val="100000"/>
              </a:lnSpc>
              <a:spcBef>
                <a:spcPts val="0"/>
              </a:spcBef>
              <a:spcAft>
                <a:spcPts val="0"/>
              </a:spcAft>
              <a:buSzPts val="3500"/>
              <a:buNone/>
              <a:defRPr sz="3500"/>
            </a:lvl2pPr>
            <a:lvl3pPr lvl="2" algn="ctr">
              <a:lnSpc>
                <a:spcPct val="100000"/>
              </a:lnSpc>
              <a:spcBef>
                <a:spcPts val="0"/>
              </a:spcBef>
              <a:spcAft>
                <a:spcPts val="0"/>
              </a:spcAft>
              <a:buSzPts val="3500"/>
              <a:buNone/>
              <a:defRPr sz="3500"/>
            </a:lvl3pPr>
            <a:lvl4pPr lvl="3" algn="ctr">
              <a:lnSpc>
                <a:spcPct val="100000"/>
              </a:lnSpc>
              <a:spcBef>
                <a:spcPts val="0"/>
              </a:spcBef>
              <a:spcAft>
                <a:spcPts val="0"/>
              </a:spcAft>
              <a:buSzPts val="3500"/>
              <a:buNone/>
              <a:defRPr sz="3500"/>
            </a:lvl4pPr>
            <a:lvl5pPr lvl="4" algn="ctr">
              <a:lnSpc>
                <a:spcPct val="100000"/>
              </a:lnSpc>
              <a:spcBef>
                <a:spcPts val="0"/>
              </a:spcBef>
              <a:spcAft>
                <a:spcPts val="0"/>
              </a:spcAft>
              <a:buSzPts val="3500"/>
              <a:buNone/>
              <a:defRPr sz="3500"/>
            </a:lvl5pPr>
            <a:lvl6pPr lvl="5" algn="ctr">
              <a:lnSpc>
                <a:spcPct val="100000"/>
              </a:lnSpc>
              <a:spcBef>
                <a:spcPts val="0"/>
              </a:spcBef>
              <a:spcAft>
                <a:spcPts val="0"/>
              </a:spcAft>
              <a:buSzPts val="3500"/>
              <a:buNone/>
              <a:defRPr sz="3500"/>
            </a:lvl6pPr>
            <a:lvl7pPr lvl="6" algn="ctr">
              <a:lnSpc>
                <a:spcPct val="100000"/>
              </a:lnSpc>
              <a:spcBef>
                <a:spcPts val="0"/>
              </a:spcBef>
              <a:spcAft>
                <a:spcPts val="0"/>
              </a:spcAft>
              <a:buSzPts val="3500"/>
              <a:buNone/>
              <a:defRPr sz="3500"/>
            </a:lvl7pPr>
            <a:lvl8pPr lvl="7" algn="ctr">
              <a:lnSpc>
                <a:spcPct val="100000"/>
              </a:lnSpc>
              <a:spcBef>
                <a:spcPts val="0"/>
              </a:spcBef>
              <a:spcAft>
                <a:spcPts val="0"/>
              </a:spcAft>
              <a:buSzPts val="3500"/>
              <a:buNone/>
              <a:defRPr sz="3500"/>
            </a:lvl8pPr>
            <a:lvl9pPr lvl="8" algn="ctr">
              <a:lnSpc>
                <a:spcPct val="100000"/>
              </a:lnSpc>
              <a:spcBef>
                <a:spcPts val="0"/>
              </a:spcBef>
              <a:spcAft>
                <a:spcPts val="0"/>
              </a:spcAft>
              <a:buSzPts val="3500"/>
              <a:buNone/>
              <a:defRPr sz="3500"/>
            </a:lvl9pPr>
          </a:lstStyle>
          <a:p/>
        </p:txBody>
      </p:sp>
      <p:grpSp>
        <p:nvGrpSpPr>
          <p:cNvPr id="722" name="Google Shape;722;p73"/>
          <p:cNvGrpSpPr/>
          <p:nvPr/>
        </p:nvGrpSpPr>
        <p:grpSpPr>
          <a:xfrm flipH="1" rot="5400000">
            <a:off x="7615160" y="-1826249"/>
            <a:ext cx="2651748" cy="2575817"/>
            <a:chOff x="-1190362" y="4530496"/>
            <a:chExt cx="2651748" cy="2575817"/>
          </a:xfrm>
        </p:grpSpPr>
        <p:sp>
          <p:nvSpPr>
            <p:cNvPr id="723" name="Google Shape;723;p73"/>
            <p:cNvSpPr/>
            <p:nvPr/>
          </p:nvSpPr>
          <p:spPr>
            <a:xfrm>
              <a:off x="-1190362" y="47725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724" name="Google Shape;724;p73"/>
            <p:cNvGrpSpPr/>
            <p:nvPr/>
          </p:nvGrpSpPr>
          <p:grpSpPr>
            <a:xfrm flipH="1" rot="5400000">
              <a:off x="-1115103" y="4529824"/>
              <a:ext cx="2575817" cy="2577160"/>
              <a:chOff x="1550275" y="1493275"/>
              <a:chExt cx="1582100" cy="1582925"/>
            </a:xfrm>
          </p:grpSpPr>
          <p:sp>
            <p:nvSpPr>
              <p:cNvPr id="725" name="Google Shape;725;p73"/>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26" name="Google Shape;726;p73"/>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27" name="Google Shape;727;p73"/>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28" name="Google Shape;728;p73"/>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29" name="Google Shape;729;p73"/>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30" name="Google Shape;730;p73"/>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31" name="Google Shape;731;p73"/>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32" name="Google Shape;732;p73"/>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33" name="Google Shape;733;p73"/>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34" name="Google Shape;734;p73"/>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35" name="Google Shape;735;p73"/>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36" name="Google Shape;736;p73"/>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37" name="Google Shape;737;p73"/>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38" name="Google Shape;738;p73"/>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739" name="Google Shape;739;p73"/>
          <p:cNvGrpSpPr/>
          <p:nvPr/>
        </p:nvGrpSpPr>
        <p:grpSpPr>
          <a:xfrm rot="5400000">
            <a:off x="-1544742" y="-1909309"/>
            <a:ext cx="2750618" cy="2741916"/>
            <a:chOff x="2724183" y="-1866850"/>
            <a:chExt cx="2750618" cy="2741916"/>
          </a:xfrm>
        </p:grpSpPr>
        <p:sp>
          <p:nvSpPr>
            <p:cNvPr id="740" name="Google Shape;740;p73"/>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741" name="Google Shape;741;p73"/>
            <p:cNvGrpSpPr/>
            <p:nvPr/>
          </p:nvGrpSpPr>
          <p:grpSpPr>
            <a:xfrm flipH="1" rot="-5400000">
              <a:off x="2724854" y="-1701422"/>
              <a:ext cx="2575817" cy="2577160"/>
              <a:chOff x="1550275" y="1493275"/>
              <a:chExt cx="1582100" cy="1582925"/>
            </a:xfrm>
          </p:grpSpPr>
          <p:sp>
            <p:nvSpPr>
              <p:cNvPr id="742" name="Google Shape;742;p73"/>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43" name="Google Shape;743;p73"/>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44" name="Google Shape;744;p73"/>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45" name="Google Shape;745;p73"/>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46" name="Google Shape;746;p73"/>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47" name="Google Shape;747;p73"/>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48" name="Google Shape;748;p73"/>
              <p:cNvSpPr/>
              <p:nvPr/>
            </p:nvSpPr>
            <p:spPr>
              <a:xfrm>
                <a:off x="1726391" y="1684321"/>
                <a:ext cx="1131867" cy="112352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49" name="Google Shape;749;p73"/>
              <p:cNvSpPr/>
              <p:nvPr/>
            </p:nvSpPr>
            <p:spPr>
              <a:xfrm>
                <a:off x="1781240" y="1767255"/>
                <a:ext cx="1160811" cy="1150258"/>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50" name="Google Shape;750;p73"/>
              <p:cNvSpPr/>
              <p:nvPr/>
            </p:nvSpPr>
            <p:spPr>
              <a:xfrm>
                <a:off x="1890925" y="1863197"/>
                <a:ext cx="1121111" cy="111830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51" name="Google Shape;751;p73"/>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52" name="Google Shape;752;p73"/>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53" name="Google Shape;753;p73"/>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54" name="Google Shape;754;p73"/>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55" name="Google Shape;755;p73"/>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756" name="Google Shape;756;p73"/>
          <p:cNvGrpSpPr/>
          <p:nvPr/>
        </p:nvGrpSpPr>
        <p:grpSpPr>
          <a:xfrm rot="10800000">
            <a:off x="-1640017" y="4496341"/>
            <a:ext cx="2750618" cy="2741916"/>
            <a:chOff x="2724183" y="-1866850"/>
            <a:chExt cx="2750618" cy="2741916"/>
          </a:xfrm>
        </p:grpSpPr>
        <p:sp>
          <p:nvSpPr>
            <p:cNvPr id="757" name="Google Shape;757;p73"/>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758" name="Google Shape;758;p73"/>
            <p:cNvGrpSpPr/>
            <p:nvPr/>
          </p:nvGrpSpPr>
          <p:grpSpPr>
            <a:xfrm flipH="1" rot="-5400000">
              <a:off x="2724854" y="-1701422"/>
              <a:ext cx="2575817" cy="2577160"/>
              <a:chOff x="1550275" y="1493275"/>
              <a:chExt cx="1582100" cy="1582925"/>
            </a:xfrm>
          </p:grpSpPr>
          <p:sp>
            <p:nvSpPr>
              <p:cNvPr id="759" name="Google Shape;759;p73"/>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60" name="Google Shape;760;p73"/>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61" name="Google Shape;761;p73"/>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62" name="Google Shape;762;p73"/>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63" name="Google Shape;763;p73"/>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64" name="Google Shape;764;p73"/>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65" name="Google Shape;765;p73"/>
              <p:cNvSpPr/>
              <p:nvPr/>
            </p:nvSpPr>
            <p:spPr>
              <a:xfrm>
                <a:off x="1726391" y="1684321"/>
                <a:ext cx="1131867" cy="112352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66" name="Google Shape;766;p73"/>
              <p:cNvSpPr/>
              <p:nvPr/>
            </p:nvSpPr>
            <p:spPr>
              <a:xfrm>
                <a:off x="1781240" y="1767255"/>
                <a:ext cx="1160811" cy="1150258"/>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67" name="Google Shape;767;p73"/>
              <p:cNvSpPr/>
              <p:nvPr/>
            </p:nvSpPr>
            <p:spPr>
              <a:xfrm>
                <a:off x="1890925" y="1863197"/>
                <a:ext cx="1121111" cy="111830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68" name="Google Shape;768;p73"/>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69" name="Google Shape;769;p73"/>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70" name="Google Shape;770;p73"/>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71" name="Google Shape;771;p73"/>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72" name="Google Shape;772;p73"/>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73" name="Shape 773"/>
        <p:cNvGrpSpPr/>
        <p:nvPr/>
      </p:nvGrpSpPr>
      <p:grpSpPr>
        <a:xfrm>
          <a:off x="0" y="0"/>
          <a:ext cx="0" cy="0"/>
          <a:chOff x="0" y="0"/>
          <a:chExt cx="0" cy="0"/>
        </a:xfrm>
      </p:grpSpPr>
      <p:sp>
        <p:nvSpPr>
          <p:cNvPr id="774" name="Google Shape;774;p74"/>
          <p:cNvSpPr/>
          <p:nvPr>
            <p:ph idx="2" type="pic"/>
          </p:nvPr>
        </p:nvSpPr>
        <p:spPr>
          <a:xfrm>
            <a:off x="-100" y="0"/>
            <a:ext cx="9144000" cy="5143500"/>
          </a:xfrm>
          <a:prstGeom prst="rect">
            <a:avLst/>
          </a:prstGeom>
          <a:noFill/>
          <a:ln>
            <a:noFill/>
          </a:ln>
        </p:spPr>
      </p:sp>
      <p:sp>
        <p:nvSpPr>
          <p:cNvPr id="775" name="Google Shape;775;p74"/>
          <p:cNvSpPr txBox="1"/>
          <p:nvPr>
            <p:ph type="title"/>
          </p:nvPr>
        </p:nvSpPr>
        <p:spPr>
          <a:xfrm>
            <a:off x="3762775" y="3377075"/>
            <a:ext cx="4668000" cy="1231500"/>
          </a:xfrm>
          <a:prstGeom prst="rect">
            <a:avLst/>
          </a:prstGeom>
          <a:solidFill>
            <a:schemeClr val="lt1"/>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6" name="Shape 776"/>
        <p:cNvGrpSpPr/>
        <p:nvPr/>
      </p:nvGrpSpPr>
      <p:grpSpPr>
        <a:xfrm>
          <a:off x="0" y="0"/>
          <a:ext cx="0" cy="0"/>
          <a:chOff x="0" y="0"/>
          <a:chExt cx="0" cy="0"/>
        </a:xfrm>
      </p:grpSpPr>
      <p:sp>
        <p:nvSpPr>
          <p:cNvPr id="777" name="Google Shape;777;p75"/>
          <p:cNvSpPr txBox="1"/>
          <p:nvPr>
            <p:ph type="title"/>
          </p:nvPr>
        </p:nvSpPr>
        <p:spPr>
          <a:xfrm>
            <a:off x="770463" y="1150300"/>
            <a:ext cx="3186600" cy="1597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3200"/>
              <a:buNone/>
              <a:defRPr/>
            </a:lvl1pPr>
            <a:lvl2pPr lvl="1" algn="ctr">
              <a:lnSpc>
                <a:spcPct val="90000"/>
              </a:lnSpc>
              <a:spcBef>
                <a:spcPts val="0"/>
              </a:spcBef>
              <a:spcAft>
                <a:spcPts val="0"/>
              </a:spcAft>
              <a:buSzPts val="3200"/>
              <a:buNone/>
              <a:defRPr/>
            </a:lvl2pPr>
            <a:lvl3pPr lvl="2" algn="ctr">
              <a:lnSpc>
                <a:spcPct val="90000"/>
              </a:lnSpc>
              <a:spcBef>
                <a:spcPts val="0"/>
              </a:spcBef>
              <a:spcAft>
                <a:spcPts val="0"/>
              </a:spcAft>
              <a:buSzPts val="3200"/>
              <a:buNone/>
              <a:defRPr/>
            </a:lvl3pPr>
            <a:lvl4pPr lvl="3" algn="ctr">
              <a:lnSpc>
                <a:spcPct val="90000"/>
              </a:lnSpc>
              <a:spcBef>
                <a:spcPts val="0"/>
              </a:spcBef>
              <a:spcAft>
                <a:spcPts val="0"/>
              </a:spcAft>
              <a:buSzPts val="3200"/>
              <a:buNone/>
              <a:defRPr/>
            </a:lvl4pPr>
            <a:lvl5pPr lvl="4" algn="ctr">
              <a:lnSpc>
                <a:spcPct val="90000"/>
              </a:lnSpc>
              <a:spcBef>
                <a:spcPts val="0"/>
              </a:spcBef>
              <a:spcAft>
                <a:spcPts val="0"/>
              </a:spcAft>
              <a:buSzPts val="3200"/>
              <a:buNone/>
              <a:defRPr/>
            </a:lvl5pPr>
            <a:lvl6pPr lvl="5" algn="ctr">
              <a:lnSpc>
                <a:spcPct val="90000"/>
              </a:lnSpc>
              <a:spcBef>
                <a:spcPts val="0"/>
              </a:spcBef>
              <a:spcAft>
                <a:spcPts val="0"/>
              </a:spcAft>
              <a:buSzPts val="3200"/>
              <a:buNone/>
              <a:defRPr/>
            </a:lvl6pPr>
            <a:lvl7pPr lvl="6" algn="ctr">
              <a:lnSpc>
                <a:spcPct val="90000"/>
              </a:lnSpc>
              <a:spcBef>
                <a:spcPts val="0"/>
              </a:spcBef>
              <a:spcAft>
                <a:spcPts val="0"/>
              </a:spcAft>
              <a:buSzPts val="3200"/>
              <a:buNone/>
              <a:defRPr/>
            </a:lvl7pPr>
            <a:lvl8pPr lvl="7" algn="ctr">
              <a:lnSpc>
                <a:spcPct val="90000"/>
              </a:lnSpc>
              <a:spcBef>
                <a:spcPts val="0"/>
              </a:spcBef>
              <a:spcAft>
                <a:spcPts val="0"/>
              </a:spcAft>
              <a:buSzPts val="3200"/>
              <a:buNone/>
              <a:defRPr/>
            </a:lvl8pPr>
            <a:lvl9pPr lvl="8" algn="ctr">
              <a:lnSpc>
                <a:spcPct val="90000"/>
              </a:lnSpc>
              <a:spcBef>
                <a:spcPts val="0"/>
              </a:spcBef>
              <a:spcAft>
                <a:spcPts val="0"/>
              </a:spcAft>
              <a:buSzPts val="3200"/>
              <a:buNone/>
              <a:defRPr/>
            </a:lvl9pPr>
          </a:lstStyle>
          <a:p/>
        </p:txBody>
      </p:sp>
      <p:sp>
        <p:nvSpPr>
          <p:cNvPr id="778" name="Google Shape;778;p75"/>
          <p:cNvSpPr txBox="1"/>
          <p:nvPr>
            <p:ph idx="1" type="subTitle"/>
          </p:nvPr>
        </p:nvSpPr>
        <p:spPr>
          <a:xfrm>
            <a:off x="770463" y="2936600"/>
            <a:ext cx="3186600" cy="104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79" name="Google Shape;779;p75"/>
          <p:cNvSpPr/>
          <p:nvPr>
            <p:ph idx="2" type="pic"/>
          </p:nvPr>
        </p:nvSpPr>
        <p:spPr>
          <a:xfrm>
            <a:off x="4691300" y="681676"/>
            <a:ext cx="3780300" cy="3780300"/>
          </a:xfrm>
          <a:prstGeom prst="ellipse">
            <a:avLst/>
          </a:prstGeom>
          <a:noFill/>
          <a:ln>
            <a:noFill/>
          </a:ln>
        </p:spPr>
      </p:sp>
      <p:grpSp>
        <p:nvGrpSpPr>
          <p:cNvPr id="780" name="Google Shape;780;p75"/>
          <p:cNvGrpSpPr/>
          <p:nvPr/>
        </p:nvGrpSpPr>
        <p:grpSpPr>
          <a:xfrm flipH="1" rot="10800000">
            <a:off x="2327820" y="4608565"/>
            <a:ext cx="2750618" cy="2741916"/>
            <a:chOff x="2724183" y="-1866850"/>
            <a:chExt cx="2750618" cy="2741916"/>
          </a:xfrm>
        </p:grpSpPr>
        <p:sp>
          <p:nvSpPr>
            <p:cNvPr id="781" name="Google Shape;781;p75"/>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782" name="Google Shape;782;p75"/>
            <p:cNvGrpSpPr/>
            <p:nvPr/>
          </p:nvGrpSpPr>
          <p:grpSpPr>
            <a:xfrm flipH="1" rot="-5400000">
              <a:off x="2724854" y="-1701422"/>
              <a:ext cx="2575817" cy="2577160"/>
              <a:chOff x="1550275" y="1493275"/>
              <a:chExt cx="1582100" cy="1582925"/>
            </a:xfrm>
          </p:grpSpPr>
          <p:sp>
            <p:nvSpPr>
              <p:cNvPr id="783" name="Google Shape;783;p75"/>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84" name="Google Shape;784;p75"/>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85" name="Google Shape;785;p75"/>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86" name="Google Shape;786;p75"/>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87" name="Google Shape;787;p75"/>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88" name="Google Shape;788;p75"/>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89" name="Google Shape;789;p75"/>
              <p:cNvSpPr/>
              <p:nvPr/>
            </p:nvSpPr>
            <p:spPr>
              <a:xfrm>
                <a:off x="1748916" y="1684327"/>
                <a:ext cx="1109495" cy="1112339"/>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90" name="Google Shape;790;p75"/>
              <p:cNvSpPr/>
              <p:nvPr/>
            </p:nvSpPr>
            <p:spPr>
              <a:xfrm>
                <a:off x="1831191" y="1767249"/>
                <a:ext cx="1110926" cy="1111770"/>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91" name="Google Shape;791;p75"/>
              <p:cNvSpPr/>
              <p:nvPr/>
            </p:nvSpPr>
            <p:spPr>
              <a:xfrm>
                <a:off x="1922602" y="1863202"/>
                <a:ext cx="1089496" cy="108893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92" name="Google Shape;792;p75"/>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93" name="Google Shape;793;p75"/>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94" name="Google Shape;794;p75"/>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95" name="Google Shape;795;p75"/>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796" name="Google Shape;796;p75"/>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797" name="Google Shape;797;p75"/>
          <p:cNvGrpSpPr/>
          <p:nvPr/>
        </p:nvGrpSpPr>
        <p:grpSpPr>
          <a:xfrm flipH="1" rot="10800000">
            <a:off x="-1258174" y="-1940307"/>
            <a:ext cx="2577160" cy="2638568"/>
            <a:chOff x="-1115775" y="4467744"/>
            <a:chExt cx="2577160" cy="2638568"/>
          </a:xfrm>
        </p:grpSpPr>
        <p:sp>
          <p:nvSpPr>
            <p:cNvPr id="798" name="Google Shape;798;p75"/>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799" name="Google Shape;799;p75"/>
            <p:cNvGrpSpPr/>
            <p:nvPr/>
          </p:nvGrpSpPr>
          <p:grpSpPr>
            <a:xfrm flipH="1" rot="5400000">
              <a:off x="-1115103" y="4529824"/>
              <a:ext cx="2575817" cy="2577160"/>
              <a:chOff x="1550275" y="1493275"/>
              <a:chExt cx="1582100" cy="1582925"/>
            </a:xfrm>
          </p:grpSpPr>
          <p:sp>
            <p:nvSpPr>
              <p:cNvPr id="800" name="Google Shape;800;p75"/>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01" name="Google Shape;801;p75"/>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02" name="Google Shape;802;p75"/>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03" name="Google Shape;803;p75"/>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04" name="Google Shape;804;p75"/>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05" name="Google Shape;805;p75"/>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06" name="Google Shape;806;p75"/>
              <p:cNvSpPr/>
              <p:nvPr/>
            </p:nvSpPr>
            <p:spPr>
              <a:xfrm>
                <a:off x="1718221" y="1684321"/>
                <a:ext cx="1140209" cy="111271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07" name="Google Shape;807;p75"/>
              <p:cNvSpPr/>
              <p:nvPr/>
            </p:nvSpPr>
            <p:spPr>
              <a:xfrm>
                <a:off x="1763934" y="1767251"/>
                <a:ext cx="1178261" cy="1148551"/>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08" name="Google Shape;808;p75"/>
              <p:cNvSpPr/>
              <p:nvPr/>
            </p:nvSpPr>
            <p:spPr>
              <a:xfrm>
                <a:off x="1928468" y="1863204"/>
                <a:ext cx="1083509" cy="1098288"/>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09" name="Google Shape;809;p75"/>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10" name="Google Shape;810;p75"/>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11" name="Google Shape;811;p75"/>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12" name="Google Shape;812;p75"/>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13" name="Google Shape;813;p75"/>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814" name="Google Shape;814;p75"/>
          <p:cNvGrpSpPr/>
          <p:nvPr/>
        </p:nvGrpSpPr>
        <p:grpSpPr>
          <a:xfrm rot="10800000">
            <a:off x="7657899" y="-1982582"/>
            <a:ext cx="2744275" cy="2727763"/>
            <a:chOff x="5985575" y="4420825"/>
            <a:chExt cx="2744275" cy="2727763"/>
          </a:xfrm>
        </p:grpSpPr>
        <p:sp>
          <p:nvSpPr>
            <p:cNvPr id="815" name="Google Shape;815;p75"/>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816" name="Google Shape;816;p75"/>
            <p:cNvGrpSpPr/>
            <p:nvPr/>
          </p:nvGrpSpPr>
          <p:grpSpPr>
            <a:xfrm flipH="1" rot="5400000">
              <a:off x="5986247" y="4572099"/>
              <a:ext cx="2575817" cy="2577160"/>
              <a:chOff x="1550275" y="1493275"/>
              <a:chExt cx="1582100" cy="1582925"/>
            </a:xfrm>
          </p:grpSpPr>
          <p:sp>
            <p:nvSpPr>
              <p:cNvPr id="817" name="Google Shape;817;p75"/>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18" name="Google Shape;818;p75"/>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19" name="Google Shape;819;p75"/>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20" name="Google Shape;820;p75"/>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21" name="Google Shape;821;p75"/>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22" name="Google Shape;822;p75"/>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23" name="Google Shape;823;p75"/>
              <p:cNvSpPr/>
              <p:nvPr/>
            </p:nvSpPr>
            <p:spPr>
              <a:xfrm>
                <a:off x="1716762" y="1684320"/>
                <a:ext cx="1141726" cy="1127317"/>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24" name="Google Shape;824;p75"/>
              <p:cNvSpPr/>
              <p:nvPr/>
            </p:nvSpPr>
            <p:spPr>
              <a:xfrm>
                <a:off x="1789900" y="1767251"/>
                <a:ext cx="1152276" cy="1126748"/>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25" name="Google Shape;825;p75"/>
              <p:cNvSpPr/>
              <p:nvPr/>
            </p:nvSpPr>
            <p:spPr>
              <a:xfrm>
                <a:off x="1881311" y="1863204"/>
                <a:ext cx="1130651" cy="1122046"/>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26" name="Google Shape;826;p75"/>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27" name="Google Shape;827;p75"/>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28" name="Google Shape;828;p75"/>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29" name="Google Shape;829;p75"/>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30" name="Google Shape;830;p75"/>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31" name="Shape 831"/>
        <p:cNvGrpSpPr/>
        <p:nvPr/>
      </p:nvGrpSpPr>
      <p:grpSpPr>
        <a:xfrm>
          <a:off x="0" y="0"/>
          <a:ext cx="0" cy="0"/>
          <a:chOff x="0" y="0"/>
          <a:chExt cx="0" cy="0"/>
        </a:xfrm>
      </p:grpSpPr>
      <p:sp>
        <p:nvSpPr>
          <p:cNvPr id="832" name="Google Shape;832;p76"/>
          <p:cNvSpPr txBox="1"/>
          <p:nvPr>
            <p:ph hasCustomPrompt="1" type="title"/>
          </p:nvPr>
        </p:nvSpPr>
        <p:spPr>
          <a:xfrm>
            <a:off x="1078800" y="1282933"/>
            <a:ext cx="6986400" cy="166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3000"/>
              <a:buNone/>
              <a:defRPr sz="9600"/>
            </a:lvl1pPr>
            <a:lvl2pPr lvl="1" algn="ctr">
              <a:lnSpc>
                <a:spcPct val="100000"/>
              </a:lnSpc>
              <a:spcBef>
                <a:spcPts val="0"/>
              </a:spcBef>
              <a:spcAft>
                <a:spcPts val="0"/>
              </a:spcAft>
              <a:buSzPts val="13000"/>
              <a:buNone/>
              <a:defRPr sz="13000"/>
            </a:lvl2pPr>
            <a:lvl3pPr lvl="2" algn="ctr">
              <a:lnSpc>
                <a:spcPct val="100000"/>
              </a:lnSpc>
              <a:spcBef>
                <a:spcPts val="0"/>
              </a:spcBef>
              <a:spcAft>
                <a:spcPts val="0"/>
              </a:spcAft>
              <a:buSzPts val="13000"/>
              <a:buNone/>
              <a:defRPr sz="13000"/>
            </a:lvl3pPr>
            <a:lvl4pPr lvl="3" algn="ctr">
              <a:lnSpc>
                <a:spcPct val="100000"/>
              </a:lnSpc>
              <a:spcBef>
                <a:spcPts val="0"/>
              </a:spcBef>
              <a:spcAft>
                <a:spcPts val="0"/>
              </a:spcAft>
              <a:buSzPts val="13000"/>
              <a:buNone/>
              <a:defRPr sz="13000"/>
            </a:lvl4pPr>
            <a:lvl5pPr lvl="4" algn="ctr">
              <a:lnSpc>
                <a:spcPct val="100000"/>
              </a:lnSpc>
              <a:spcBef>
                <a:spcPts val="0"/>
              </a:spcBef>
              <a:spcAft>
                <a:spcPts val="0"/>
              </a:spcAft>
              <a:buSzPts val="13000"/>
              <a:buNone/>
              <a:defRPr sz="13000"/>
            </a:lvl5pPr>
            <a:lvl6pPr lvl="5" algn="ctr">
              <a:lnSpc>
                <a:spcPct val="100000"/>
              </a:lnSpc>
              <a:spcBef>
                <a:spcPts val="0"/>
              </a:spcBef>
              <a:spcAft>
                <a:spcPts val="0"/>
              </a:spcAft>
              <a:buSzPts val="13000"/>
              <a:buNone/>
              <a:defRPr sz="13000"/>
            </a:lvl6pPr>
            <a:lvl7pPr lvl="6" algn="ctr">
              <a:lnSpc>
                <a:spcPct val="100000"/>
              </a:lnSpc>
              <a:spcBef>
                <a:spcPts val="0"/>
              </a:spcBef>
              <a:spcAft>
                <a:spcPts val="0"/>
              </a:spcAft>
              <a:buSzPts val="13000"/>
              <a:buNone/>
              <a:defRPr sz="13000"/>
            </a:lvl7pPr>
            <a:lvl8pPr lvl="7" algn="ctr">
              <a:lnSpc>
                <a:spcPct val="100000"/>
              </a:lnSpc>
              <a:spcBef>
                <a:spcPts val="0"/>
              </a:spcBef>
              <a:spcAft>
                <a:spcPts val="0"/>
              </a:spcAft>
              <a:buSzPts val="13000"/>
              <a:buNone/>
              <a:defRPr sz="13000"/>
            </a:lvl8pPr>
            <a:lvl9pPr lvl="8" algn="ctr">
              <a:lnSpc>
                <a:spcPct val="100000"/>
              </a:lnSpc>
              <a:spcBef>
                <a:spcPts val="0"/>
              </a:spcBef>
              <a:spcAft>
                <a:spcPts val="0"/>
              </a:spcAft>
              <a:buSzPts val="13000"/>
              <a:buNone/>
              <a:defRPr sz="13000"/>
            </a:lvl9pPr>
          </a:lstStyle>
          <a:p>
            <a:r>
              <a:t>xx%</a:t>
            </a:r>
          </a:p>
        </p:txBody>
      </p:sp>
      <p:sp>
        <p:nvSpPr>
          <p:cNvPr id="833" name="Google Shape;833;p76"/>
          <p:cNvSpPr txBox="1"/>
          <p:nvPr>
            <p:ph idx="1" type="subTitle"/>
          </p:nvPr>
        </p:nvSpPr>
        <p:spPr>
          <a:xfrm>
            <a:off x="1078800" y="3130400"/>
            <a:ext cx="6986400" cy="43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grpSp>
        <p:nvGrpSpPr>
          <p:cNvPr id="834" name="Google Shape;834;p76"/>
          <p:cNvGrpSpPr/>
          <p:nvPr/>
        </p:nvGrpSpPr>
        <p:grpSpPr>
          <a:xfrm flipH="1">
            <a:off x="3200060" y="4600922"/>
            <a:ext cx="2577160" cy="2638568"/>
            <a:chOff x="-1115775" y="4467744"/>
            <a:chExt cx="2577160" cy="2638568"/>
          </a:xfrm>
        </p:grpSpPr>
        <p:sp>
          <p:nvSpPr>
            <p:cNvPr id="835" name="Google Shape;835;p76"/>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836" name="Google Shape;836;p76"/>
            <p:cNvGrpSpPr/>
            <p:nvPr/>
          </p:nvGrpSpPr>
          <p:grpSpPr>
            <a:xfrm flipH="1" rot="5400000">
              <a:off x="-1115103" y="4529824"/>
              <a:ext cx="2575817" cy="2577160"/>
              <a:chOff x="1550275" y="1493275"/>
              <a:chExt cx="1582100" cy="1582925"/>
            </a:xfrm>
          </p:grpSpPr>
          <p:sp>
            <p:nvSpPr>
              <p:cNvPr id="837" name="Google Shape;837;p76"/>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38" name="Google Shape;838;p76"/>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39" name="Google Shape;839;p76"/>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40" name="Google Shape;840;p76"/>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41" name="Google Shape;841;p76"/>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42" name="Google Shape;842;p76"/>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43" name="Google Shape;843;p76"/>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44" name="Google Shape;844;p76"/>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45" name="Google Shape;845;p76"/>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46" name="Google Shape;846;p76"/>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47" name="Google Shape;847;p76"/>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48" name="Google Shape;848;p76"/>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49" name="Google Shape;849;p76"/>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50" name="Google Shape;850;p76"/>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851" name="Google Shape;851;p76"/>
          <p:cNvGrpSpPr/>
          <p:nvPr/>
        </p:nvGrpSpPr>
        <p:grpSpPr>
          <a:xfrm>
            <a:off x="8006709" y="-2008234"/>
            <a:ext cx="2750618" cy="2741916"/>
            <a:chOff x="2724183" y="-1866850"/>
            <a:chExt cx="2750618" cy="2741916"/>
          </a:xfrm>
        </p:grpSpPr>
        <p:sp>
          <p:nvSpPr>
            <p:cNvPr id="852" name="Google Shape;852;p76"/>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853" name="Google Shape;853;p76"/>
            <p:cNvGrpSpPr/>
            <p:nvPr/>
          </p:nvGrpSpPr>
          <p:grpSpPr>
            <a:xfrm flipH="1" rot="-5400000">
              <a:off x="2724854" y="-1701422"/>
              <a:ext cx="2575817" cy="2577160"/>
              <a:chOff x="1550275" y="1493275"/>
              <a:chExt cx="1582100" cy="1582925"/>
            </a:xfrm>
          </p:grpSpPr>
          <p:sp>
            <p:nvSpPr>
              <p:cNvPr id="854" name="Google Shape;854;p76"/>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55" name="Google Shape;855;p76"/>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56" name="Google Shape;856;p76"/>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57" name="Google Shape;857;p76"/>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58" name="Google Shape;858;p76"/>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59" name="Google Shape;859;p76"/>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60" name="Google Shape;860;p76"/>
              <p:cNvSpPr/>
              <p:nvPr/>
            </p:nvSpPr>
            <p:spPr>
              <a:xfrm>
                <a:off x="1726391" y="1684321"/>
                <a:ext cx="1131867" cy="112352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61" name="Google Shape;861;p76"/>
              <p:cNvSpPr/>
              <p:nvPr/>
            </p:nvSpPr>
            <p:spPr>
              <a:xfrm>
                <a:off x="1781240" y="1767255"/>
                <a:ext cx="1160811" cy="1150258"/>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62" name="Google Shape;862;p76"/>
              <p:cNvSpPr/>
              <p:nvPr/>
            </p:nvSpPr>
            <p:spPr>
              <a:xfrm>
                <a:off x="1890925" y="1863197"/>
                <a:ext cx="1121111" cy="111830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63" name="Google Shape;863;p76"/>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64" name="Google Shape;864;p76"/>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65" name="Google Shape;865;p76"/>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66" name="Google Shape;866;p76"/>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67" name="Google Shape;867;p76"/>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868" name="Google Shape;868;p76"/>
          <p:cNvGrpSpPr/>
          <p:nvPr/>
        </p:nvGrpSpPr>
        <p:grpSpPr>
          <a:xfrm rot="5400000">
            <a:off x="-1471608" y="-1860634"/>
            <a:ext cx="2750618" cy="2741916"/>
            <a:chOff x="2724183" y="-1866850"/>
            <a:chExt cx="2750618" cy="2741916"/>
          </a:xfrm>
        </p:grpSpPr>
        <p:sp>
          <p:nvSpPr>
            <p:cNvPr id="869" name="Google Shape;869;p76"/>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870" name="Google Shape;870;p76"/>
            <p:cNvGrpSpPr/>
            <p:nvPr/>
          </p:nvGrpSpPr>
          <p:grpSpPr>
            <a:xfrm flipH="1" rot="-5400000">
              <a:off x="2724854" y="-1701422"/>
              <a:ext cx="2575817" cy="2577160"/>
              <a:chOff x="1550275" y="1493275"/>
              <a:chExt cx="1582100" cy="1582925"/>
            </a:xfrm>
          </p:grpSpPr>
          <p:sp>
            <p:nvSpPr>
              <p:cNvPr id="871" name="Google Shape;871;p76"/>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2" name="Google Shape;872;p76"/>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3" name="Google Shape;873;p76"/>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4" name="Google Shape;874;p76"/>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5" name="Google Shape;875;p76"/>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6" name="Google Shape;876;p76"/>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7" name="Google Shape;877;p76"/>
              <p:cNvSpPr/>
              <p:nvPr/>
            </p:nvSpPr>
            <p:spPr>
              <a:xfrm>
                <a:off x="1726391" y="1684321"/>
                <a:ext cx="1131867" cy="112352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8" name="Google Shape;878;p76"/>
              <p:cNvSpPr/>
              <p:nvPr/>
            </p:nvSpPr>
            <p:spPr>
              <a:xfrm>
                <a:off x="1781240" y="1767255"/>
                <a:ext cx="1160811" cy="1150258"/>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9" name="Google Shape;879;p76"/>
              <p:cNvSpPr/>
              <p:nvPr/>
            </p:nvSpPr>
            <p:spPr>
              <a:xfrm>
                <a:off x="1890925" y="1863197"/>
                <a:ext cx="1121111" cy="111830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80" name="Google Shape;880;p76"/>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81" name="Google Shape;881;p76"/>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82" name="Google Shape;882;p76"/>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83" name="Google Shape;883;p76"/>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84" name="Google Shape;884;p76"/>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_1_2">
    <p:spTree>
      <p:nvGrpSpPr>
        <p:cNvPr id="885" name="Shape 885"/>
        <p:cNvGrpSpPr/>
        <p:nvPr/>
      </p:nvGrpSpPr>
      <p:grpSpPr>
        <a:xfrm>
          <a:off x="0" y="0"/>
          <a:ext cx="0" cy="0"/>
          <a:chOff x="0" y="0"/>
          <a:chExt cx="0" cy="0"/>
        </a:xfrm>
      </p:grpSpPr>
      <p:sp>
        <p:nvSpPr>
          <p:cNvPr id="886" name="Google Shape;886;p77"/>
          <p:cNvSpPr txBox="1"/>
          <p:nvPr>
            <p:ph idx="1" type="subTitle"/>
          </p:nvPr>
        </p:nvSpPr>
        <p:spPr>
          <a:xfrm>
            <a:off x="4046963" y="1316525"/>
            <a:ext cx="4242300" cy="400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887" name="Google Shape;887;p77"/>
          <p:cNvSpPr txBox="1"/>
          <p:nvPr>
            <p:ph type="title"/>
          </p:nvPr>
        </p:nvSpPr>
        <p:spPr>
          <a:xfrm>
            <a:off x="4046963" y="514200"/>
            <a:ext cx="4242300" cy="923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6000"/>
              <a:buNone/>
              <a:defRPr sz="48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888" name="Google Shape;888;p77"/>
          <p:cNvSpPr txBox="1"/>
          <p:nvPr>
            <p:ph idx="2" type="subTitle"/>
          </p:nvPr>
        </p:nvSpPr>
        <p:spPr>
          <a:xfrm>
            <a:off x="4046963" y="4126275"/>
            <a:ext cx="4242300" cy="400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889" name="Google Shape;889;p77"/>
          <p:cNvSpPr txBox="1"/>
          <p:nvPr>
            <p:ph idx="3" type="title"/>
          </p:nvPr>
        </p:nvSpPr>
        <p:spPr>
          <a:xfrm>
            <a:off x="4046963" y="3323950"/>
            <a:ext cx="4242300" cy="923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6000"/>
              <a:buNone/>
              <a:defRPr sz="48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890" name="Google Shape;890;p77"/>
          <p:cNvSpPr txBox="1"/>
          <p:nvPr>
            <p:ph idx="4" type="subTitle"/>
          </p:nvPr>
        </p:nvSpPr>
        <p:spPr>
          <a:xfrm>
            <a:off x="4046963" y="2721400"/>
            <a:ext cx="4242300" cy="400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891" name="Google Shape;891;p77"/>
          <p:cNvSpPr txBox="1"/>
          <p:nvPr>
            <p:ph idx="5" type="title"/>
          </p:nvPr>
        </p:nvSpPr>
        <p:spPr>
          <a:xfrm>
            <a:off x="4046963" y="1919075"/>
            <a:ext cx="4242300" cy="923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6000"/>
              <a:buNone/>
              <a:defRPr sz="4800">
                <a:solidFill>
                  <a:schemeClr val="lt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892" name="Google Shape;892;p77"/>
          <p:cNvGrpSpPr/>
          <p:nvPr/>
        </p:nvGrpSpPr>
        <p:grpSpPr>
          <a:xfrm flipH="1" rot="-5400000">
            <a:off x="-1596561" y="4134527"/>
            <a:ext cx="2744275" cy="2727763"/>
            <a:chOff x="5985575" y="4420825"/>
            <a:chExt cx="2744275" cy="2727763"/>
          </a:xfrm>
        </p:grpSpPr>
        <p:sp>
          <p:nvSpPr>
            <p:cNvPr id="893" name="Google Shape;893;p77"/>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894" name="Google Shape;894;p77"/>
            <p:cNvGrpSpPr/>
            <p:nvPr/>
          </p:nvGrpSpPr>
          <p:grpSpPr>
            <a:xfrm flipH="1" rot="5400000">
              <a:off x="5986247" y="4572099"/>
              <a:ext cx="2575817" cy="2577160"/>
              <a:chOff x="1550275" y="1493275"/>
              <a:chExt cx="1582100" cy="1582925"/>
            </a:xfrm>
          </p:grpSpPr>
          <p:sp>
            <p:nvSpPr>
              <p:cNvPr id="895" name="Google Shape;895;p77"/>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96" name="Google Shape;896;p77"/>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97" name="Google Shape;897;p77"/>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98" name="Google Shape;898;p77"/>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99" name="Google Shape;899;p77"/>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0" name="Google Shape;900;p77"/>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1" name="Google Shape;901;p77"/>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2" name="Google Shape;902;p77"/>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3" name="Google Shape;903;p77"/>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4" name="Google Shape;904;p77"/>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5" name="Google Shape;905;p77"/>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6" name="Google Shape;906;p77"/>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7" name="Google Shape;907;p77"/>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8" name="Google Shape;908;p77"/>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909" name="Google Shape;909;p77"/>
          <p:cNvGrpSpPr/>
          <p:nvPr/>
        </p:nvGrpSpPr>
        <p:grpSpPr>
          <a:xfrm flipH="1">
            <a:off x="178072" y="-2112372"/>
            <a:ext cx="2744275" cy="2727763"/>
            <a:chOff x="5985575" y="4420825"/>
            <a:chExt cx="2744275" cy="2727763"/>
          </a:xfrm>
        </p:grpSpPr>
        <p:sp>
          <p:nvSpPr>
            <p:cNvPr id="910" name="Google Shape;910;p77"/>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911" name="Google Shape;911;p77"/>
            <p:cNvGrpSpPr/>
            <p:nvPr/>
          </p:nvGrpSpPr>
          <p:grpSpPr>
            <a:xfrm flipH="1" rot="5400000">
              <a:off x="5986247" y="4572099"/>
              <a:ext cx="2575817" cy="2577160"/>
              <a:chOff x="1550275" y="1493275"/>
              <a:chExt cx="1582100" cy="1582925"/>
            </a:xfrm>
          </p:grpSpPr>
          <p:sp>
            <p:nvSpPr>
              <p:cNvPr id="912" name="Google Shape;912;p77"/>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3" name="Google Shape;913;p77"/>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4" name="Google Shape;914;p77"/>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5" name="Google Shape;915;p77"/>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6" name="Google Shape;916;p77"/>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7" name="Google Shape;917;p77"/>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8" name="Google Shape;918;p77"/>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9" name="Google Shape;919;p77"/>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20" name="Google Shape;920;p77"/>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21" name="Google Shape;921;p77"/>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22" name="Google Shape;922;p77"/>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23" name="Google Shape;923;p77"/>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24" name="Google Shape;924;p77"/>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25" name="Google Shape;925;p77"/>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926" name="Google Shape;926;p77"/>
          <p:cNvGrpSpPr/>
          <p:nvPr/>
        </p:nvGrpSpPr>
        <p:grpSpPr>
          <a:xfrm rot="10800000">
            <a:off x="7555836" y="-1972580"/>
            <a:ext cx="2577160" cy="2638568"/>
            <a:chOff x="-1115775" y="4467744"/>
            <a:chExt cx="2577160" cy="2638568"/>
          </a:xfrm>
        </p:grpSpPr>
        <p:sp>
          <p:nvSpPr>
            <p:cNvPr id="927" name="Google Shape;927;p77"/>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928" name="Google Shape;928;p77"/>
            <p:cNvGrpSpPr/>
            <p:nvPr/>
          </p:nvGrpSpPr>
          <p:grpSpPr>
            <a:xfrm flipH="1" rot="5400000">
              <a:off x="-1115103" y="4529824"/>
              <a:ext cx="2575817" cy="2577160"/>
              <a:chOff x="1550275" y="1493275"/>
              <a:chExt cx="1582100" cy="1582925"/>
            </a:xfrm>
          </p:grpSpPr>
          <p:sp>
            <p:nvSpPr>
              <p:cNvPr id="929" name="Google Shape;929;p77"/>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0" name="Google Shape;930;p77"/>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1" name="Google Shape;931;p77"/>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2" name="Google Shape;932;p77"/>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3" name="Google Shape;933;p77"/>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4" name="Google Shape;934;p77"/>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5" name="Google Shape;935;p77"/>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6" name="Google Shape;936;p77"/>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7" name="Google Shape;937;p77"/>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8" name="Google Shape;938;p77"/>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9" name="Google Shape;939;p77"/>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40" name="Google Shape;940;p77"/>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41" name="Google Shape;941;p77"/>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42" name="Google Shape;942;p77"/>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2">
    <p:spTree>
      <p:nvGrpSpPr>
        <p:cNvPr id="943" name="Shape 943"/>
        <p:cNvGrpSpPr/>
        <p:nvPr/>
      </p:nvGrpSpPr>
      <p:grpSpPr>
        <a:xfrm>
          <a:off x="0" y="0"/>
          <a:ext cx="0" cy="0"/>
          <a:chOff x="0" y="0"/>
          <a:chExt cx="0" cy="0"/>
        </a:xfrm>
      </p:grpSpPr>
      <p:sp>
        <p:nvSpPr>
          <p:cNvPr id="944" name="Google Shape;944;p78"/>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Font typeface="Manrope"/>
              <a:buNone/>
              <a:defRPr>
                <a:latin typeface="Manrope"/>
                <a:ea typeface="Manrope"/>
                <a:cs typeface="Manrope"/>
                <a:sym typeface="Manrope"/>
              </a:defRPr>
            </a:lvl1pPr>
            <a:lvl2pPr lvl="1" algn="ctr">
              <a:lnSpc>
                <a:spcPct val="100000"/>
              </a:lnSpc>
              <a:spcBef>
                <a:spcPts val="0"/>
              </a:spcBef>
              <a:spcAft>
                <a:spcPts val="0"/>
              </a:spcAft>
              <a:buSzPts val="3200"/>
              <a:buFont typeface="Manrope"/>
              <a:buNone/>
              <a:defRPr>
                <a:latin typeface="Manrope"/>
                <a:ea typeface="Manrope"/>
                <a:cs typeface="Manrope"/>
                <a:sym typeface="Manrope"/>
              </a:defRPr>
            </a:lvl2pPr>
            <a:lvl3pPr lvl="2" algn="ctr">
              <a:lnSpc>
                <a:spcPct val="100000"/>
              </a:lnSpc>
              <a:spcBef>
                <a:spcPts val="0"/>
              </a:spcBef>
              <a:spcAft>
                <a:spcPts val="0"/>
              </a:spcAft>
              <a:buSzPts val="3200"/>
              <a:buFont typeface="Manrope"/>
              <a:buNone/>
              <a:defRPr>
                <a:latin typeface="Manrope"/>
                <a:ea typeface="Manrope"/>
                <a:cs typeface="Manrope"/>
                <a:sym typeface="Manrope"/>
              </a:defRPr>
            </a:lvl3pPr>
            <a:lvl4pPr lvl="3" algn="ctr">
              <a:lnSpc>
                <a:spcPct val="100000"/>
              </a:lnSpc>
              <a:spcBef>
                <a:spcPts val="0"/>
              </a:spcBef>
              <a:spcAft>
                <a:spcPts val="0"/>
              </a:spcAft>
              <a:buSzPts val="3200"/>
              <a:buFont typeface="Manrope"/>
              <a:buNone/>
              <a:defRPr>
                <a:latin typeface="Manrope"/>
                <a:ea typeface="Manrope"/>
                <a:cs typeface="Manrope"/>
                <a:sym typeface="Manrope"/>
              </a:defRPr>
            </a:lvl4pPr>
            <a:lvl5pPr lvl="4" algn="ctr">
              <a:lnSpc>
                <a:spcPct val="100000"/>
              </a:lnSpc>
              <a:spcBef>
                <a:spcPts val="0"/>
              </a:spcBef>
              <a:spcAft>
                <a:spcPts val="0"/>
              </a:spcAft>
              <a:buSzPts val="3200"/>
              <a:buFont typeface="Manrope"/>
              <a:buNone/>
              <a:defRPr>
                <a:latin typeface="Manrope"/>
                <a:ea typeface="Manrope"/>
                <a:cs typeface="Manrope"/>
                <a:sym typeface="Manrope"/>
              </a:defRPr>
            </a:lvl5pPr>
            <a:lvl6pPr lvl="5" algn="ctr">
              <a:lnSpc>
                <a:spcPct val="100000"/>
              </a:lnSpc>
              <a:spcBef>
                <a:spcPts val="0"/>
              </a:spcBef>
              <a:spcAft>
                <a:spcPts val="0"/>
              </a:spcAft>
              <a:buSzPts val="3200"/>
              <a:buFont typeface="Manrope"/>
              <a:buNone/>
              <a:defRPr>
                <a:latin typeface="Manrope"/>
                <a:ea typeface="Manrope"/>
                <a:cs typeface="Manrope"/>
                <a:sym typeface="Manrope"/>
              </a:defRPr>
            </a:lvl6pPr>
            <a:lvl7pPr lvl="6" algn="ctr">
              <a:lnSpc>
                <a:spcPct val="100000"/>
              </a:lnSpc>
              <a:spcBef>
                <a:spcPts val="0"/>
              </a:spcBef>
              <a:spcAft>
                <a:spcPts val="0"/>
              </a:spcAft>
              <a:buSzPts val="3200"/>
              <a:buFont typeface="Manrope"/>
              <a:buNone/>
              <a:defRPr>
                <a:latin typeface="Manrope"/>
                <a:ea typeface="Manrope"/>
                <a:cs typeface="Manrope"/>
                <a:sym typeface="Manrope"/>
              </a:defRPr>
            </a:lvl7pPr>
            <a:lvl8pPr lvl="7" algn="ctr">
              <a:lnSpc>
                <a:spcPct val="100000"/>
              </a:lnSpc>
              <a:spcBef>
                <a:spcPts val="0"/>
              </a:spcBef>
              <a:spcAft>
                <a:spcPts val="0"/>
              </a:spcAft>
              <a:buSzPts val="3200"/>
              <a:buFont typeface="Manrope"/>
              <a:buNone/>
              <a:defRPr>
                <a:latin typeface="Manrope"/>
                <a:ea typeface="Manrope"/>
                <a:cs typeface="Manrope"/>
                <a:sym typeface="Manrope"/>
              </a:defRPr>
            </a:lvl8pPr>
            <a:lvl9pPr lvl="8" algn="ctr">
              <a:lnSpc>
                <a:spcPct val="100000"/>
              </a:lnSpc>
              <a:spcBef>
                <a:spcPts val="0"/>
              </a:spcBef>
              <a:spcAft>
                <a:spcPts val="0"/>
              </a:spcAft>
              <a:buSzPts val="3200"/>
              <a:buFont typeface="Manrope"/>
              <a:buNone/>
              <a:defRPr>
                <a:latin typeface="Manrope"/>
                <a:ea typeface="Manrope"/>
                <a:cs typeface="Manrope"/>
                <a:sym typeface="Manrope"/>
              </a:defRPr>
            </a:lvl9pPr>
          </a:lstStyle>
          <a:p/>
        </p:txBody>
      </p:sp>
      <p:sp>
        <p:nvSpPr>
          <p:cNvPr id="945" name="Google Shape;945;p78"/>
          <p:cNvSpPr txBox="1"/>
          <p:nvPr>
            <p:ph idx="1" type="subTitle"/>
          </p:nvPr>
        </p:nvSpPr>
        <p:spPr>
          <a:xfrm>
            <a:off x="792850" y="3218025"/>
            <a:ext cx="22410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46" name="Google Shape;946;p78"/>
          <p:cNvSpPr txBox="1"/>
          <p:nvPr>
            <p:ph idx="2" type="title"/>
          </p:nvPr>
        </p:nvSpPr>
        <p:spPr>
          <a:xfrm>
            <a:off x="792850" y="1754925"/>
            <a:ext cx="2241000" cy="92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4800">
                <a:solidFill>
                  <a:schemeClr val="lt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947" name="Google Shape;947;p78"/>
          <p:cNvSpPr txBox="1"/>
          <p:nvPr>
            <p:ph idx="3" type="subTitle"/>
          </p:nvPr>
        </p:nvSpPr>
        <p:spPr>
          <a:xfrm>
            <a:off x="792850" y="2748962"/>
            <a:ext cx="22410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948" name="Google Shape;948;p78"/>
          <p:cNvSpPr txBox="1"/>
          <p:nvPr>
            <p:ph idx="4" type="subTitle"/>
          </p:nvPr>
        </p:nvSpPr>
        <p:spPr>
          <a:xfrm>
            <a:off x="6110125" y="3218025"/>
            <a:ext cx="22410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49" name="Google Shape;949;p78"/>
          <p:cNvSpPr txBox="1"/>
          <p:nvPr>
            <p:ph idx="5" type="title"/>
          </p:nvPr>
        </p:nvSpPr>
        <p:spPr>
          <a:xfrm>
            <a:off x="6110125" y="1754925"/>
            <a:ext cx="2241000" cy="92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4800">
                <a:solidFill>
                  <a:schemeClr val="lt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950" name="Google Shape;950;p78"/>
          <p:cNvSpPr txBox="1"/>
          <p:nvPr>
            <p:ph idx="6" type="subTitle"/>
          </p:nvPr>
        </p:nvSpPr>
        <p:spPr>
          <a:xfrm>
            <a:off x="6110125" y="2748962"/>
            <a:ext cx="22410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951" name="Google Shape;951;p78"/>
          <p:cNvSpPr txBox="1"/>
          <p:nvPr>
            <p:ph idx="7" type="subTitle"/>
          </p:nvPr>
        </p:nvSpPr>
        <p:spPr>
          <a:xfrm>
            <a:off x="3451500" y="3218025"/>
            <a:ext cx="22410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52" name="Google Shape;952;p78"/>
          <p:cNvSpPr txBox="1"/>
          <p:nvPr>
            <p:ph idx="8" type="title"/>
          </p:nvPr>
        </p:nvSpPr>
        <p:spPr>
          <a:xfrm>
            <a:off x="3451500" y="1754925"/>
            <a:ext cx="2241000" cy="92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4800">
                <a:solidFill>
                  <a:schemeClr val="lt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953" name="Google Shape;953;p78"/>
          <p:cNvSpPr txBox="1"/>
          <p:nvPr>
            <p:ph idx="9" type="subTitle"/>
          </p:nvPr>
        </p:nvSpPr>
        <p:spPr>
          <a:xfrm>
            <a:off x="3451500" y="2748962"/>
            <a:ext cx="22410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grpSp>
        <p:nvGrpSpPr>
          <p:cNvPr id="954" name="Google Shape;954;p78"/>
          <p:cNvGrpSpPr/>
          <p:nvPr/>
        </p:nvGrpSpPr>
        <p:grpSpPr>
          <a:xfrm flipH="1" rot="10800000">
            <a:off x="-1512361" y="-1940323"/>
            <a:ext cx="2744275" cy="2727763"/>
            <a:chOff x="5985575" y="4420825"/>
            <a:chExt cx="2744275" cy="2727763"/>
          </a:xfrm>
        </p:grpSpPr>
        <p:sp>
          <p:nvSpPr>
            <p:cNvPr id="955" name="Google Shape;955;p78"/>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956" name="Google Shape;956;p78"/>
            <p:cNvGrpSpPr/>
            <p:nvPr/>
          </p:nvGrpSpPr>
          <p:grpSpPr>
            <a:xfrm flipH="1" rot="5400000">
              <a:off x="5986247" y="4572099"/>
              <a:ext cx="2575817" cy="2577160"/>
              <a:chOff x="1550275" y="1493275"/>
              <a:chExt cx="1582100" cy="1582925"/>
            </a:xfrm>
          </p:grpSpPr>
          <p:sp>
            <p:nvSpPr>
              <p:cNvPr id="957" name="Google Shape;957;p78"/>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58" name="Google Shape;958;p78"/>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59" name="Google Shape;959;p78"/>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0" name="Google Shape;960;p78"/>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1" name="Google Shape;961;p78"/>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2" name="Google Shape;962;p78"/>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3" name="Google Shape;963;p78"/>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4" name="Google Shape;964;p78"/>
              <p:cNvSpPr/>
              <p:nvPr/>
            </p:nvSpPr>
            <p:spPr>
              <a:xfrm>
                <a:off x="1861553" y="1767253"/>
                <a:ext cx="1080578" cy="1082004"/>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5" name="Google Shape;965;p78"/>
              <p:cNvSpPr/>
              <p:nvPr/>
            </p:nvSpPr>
            <p:spPr>
              <a:xfrm>
                <a:off x="1898130" y="1863198"/>
                <a:ext cx="1114002" cy="1086690"/>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6" name="Google Shape;966;p78"/>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7" name="Google Shape;967;p78"/>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8" name="Google Shape;968;p78"/>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9" name="Google Shape;969;p78"/>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0" name="Google Shape;970;p78"/>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971" name="Google Shape;971;p78"/>
          <p:cNvGrpSpPr/>
          <p:nvPr/>
        </p:nvGrpSpPr>
        <p:grpSpPr>
          <a:xfrm flipH="1">
            <a:off x="7926811" y="4383119"/>
            <a:ext cx="2577160" cy="2638568"/>
            <a:chOff x="-1115775" y="4467744"/>
            <a:chExt cx="2577160" cy="2638568"/>
          </a:xfrm>
        </p:grpSpPr>
        <p:sp>
          <p:nvSpPr>
            <p:cNvPr id="972" name="Google Shape;972;p78"/>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973" name="Google Shape;973;p78"/>
            <p:cNvGrpSpPr/>
            <p:nvPr/>
          </p:nvGrpSpPr>
          <p:grpSpPr>
            <a:xfrm flipH="1" rot="5400000">
              <a:off x="-1115103" y="4529824"/>
              <a:ext cx="2575817" cy="2577160"/>
              <a:chOff x="1550275" y="1493275"/>
              <a:chExt cx="1582100" cy="1582925"/>
            </a:xfrm>
          </p:grpSpPr>
          <p:sp>
            <p:nvSpPr>
              <p:cNvPr id="974" name="Google Shape;974;p78"/>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5" name="Google Shape;975;p78"/>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6" name="Google Shape;976;p78"/>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7" name="Google Shape;977;p78"/>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8" name="Google Shape;978;p78"/>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9" name="Google Shape;979;p78"/>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0" name="Google Shape;980;p78"/>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1" name="Google Shape;981;p78"/>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2" name="Google Shape;982;p78"/>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3" name="Google Shape;983;p78"/>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4" name="Google Shape;984;p78"/>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5" name="Google Shape;985;p78"/>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6" name="Google Shape;986;p78"/>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7" name="Google Shape;987;p78"/>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_1">
    <p:spTree>
      <p:nvGrpSpPr>
        <p:cNvPr id="988" name="Shape 988"/>
        <p:cNvGrpSpPr/>
        <p:nvPr/>
      </p:nvGrpSpPr>
      <p:grpSpPr>
        <a:xfrm>
          <a:off x="0" y="0"/>
          <a:ext cx="0" cy="0"/>
          <a:chOff x="0" y="0"/>
          <a:chExt cx="0" cy="0"/>
        </a:xfrm>
      </p:grpSpPr>
      <p:sp>
        <p:nvSpPr>
          <p:cNvPr id="989" name="Google Shape;989;p79"/>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990" name="Google Shape;990;p79"/>
          <p:cNvSpPr txBox="1"/>
          <p:nvPr>
            <p:ph idx="1" type="subTitle"/>
          </p:nvPr>
        </p:nvSpPr>
        <p:spPr>
          <a:xfrm>
            <a:off x="1563300" y="3256230"/>
            <a:ext cx="2665200" cy="83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91" name="Google Shape;991;p79"/>
          <p:cNvSpPr txBox="1"/>
          <p:nvPr>
            <p:ph idx="2" type="title"/>
          </p:nvPr>
        </p:nvSpPr>
        <p:spPr>
          <a:xfrm>
            <a:off x="1563300" y="1676825"/>
            <a:ext cx="2665200" cy="1108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6000">
                <a:solidFill>
                  <a:schemeClr val="accent1"/>
                </a:solidFill>
              </a:defRPr>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992" name="Google Shape;992;p79"/>
          <p:cNvSpPr txBox="1"/>
          <p:nvPr>
            <p:ph idx="3" type="subTitle"/>
          </p:nvPr>
        </p:nvSpPr>
        <p:spPr>
          <a:xfrm>
            <a:off x="1563300" y="2787168"/>
            <a:ext cx="2665200" cy="5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993" name="Google Shape;993;p79"/>
          <p:cNvSpPr txBox="1"/>
          <p:nvPr>
            <p:ph idx="4" type="subTitle"/>
          </p:nvPr>
        </p:nvSpPr>
        <p:spPr>
          <a:xfrm>
            <a:off x="5522075" y="3256230"/>
            <a:ext cx="2665200" cy="83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94" name="Google Shape;994;p79"/>
          <p:cNvSpPr txBox="1"/>
          <p:nvPr>
            <p:ph idx="5" type="title"/>
          </p:nvPr>
        </p:nvSpPr>
        <p:spPr>
          <a:xfrm>
            <a:off x="5522075" y="1676825"/>
            <a:ext cx="2665200" cy="1108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6000">
                <a:solidFill>
                  <a:schemeClr val="lt2"/>
                </a:solidFill>
              </a:defRPr>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995" name="Google Shape;995;p79"/>
          <p:cNvSpPr txBox="1"/>
          <p:nvPr>
            <p:ph idx="6" type="subTitle"/>
          </p:nvPr>
        </p:nvSpPr>
        <p:spPr>
          <a:xfrm>
            <a:off x="5522075" y="2787168"/>
            <a:ext cx="2665200" cy="5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Manrope SemiBold"/>
              <a:buNone/>
              <a:defRPr sz="2200">
                <a:latin typeface="Manrope SemiBold"/>
                <a:ea typeface="Manrope SemiBold"/>
                <a:cs typeface="Manrope SemiBold"/>
                <a:sym typeface="Manrope SemiBold"/>
              </a:defRPr>
            </a:lvl1pPr>
            <a:lvl2pPr lvl="1"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l">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grpSp>
        <p:nvGrpSpPr>
          <p:cNvPr id="996" name="Google Shape;996;p79"/>
          <p:cNvGrpSpPr/>
          <p:nvPr/>
        </p:nvGrpSpPr>
        <p:grpSpPr>
          <a:xfrm>
            <a:off x="8329383" y="-1797275"/>
            <a:ext cx="2750617" cy="2741916"/>
            <a:chOff x="2724183" y="-1866850"/>
            <a:chExt cx="2750618" cy="2741916"/>
          </a:xfrm>
        </p:grpSpPr>
        <p:sp>
          <p:nvSpPr>
            <p:cNvPr id="997" name="Google Shape;997;p79"/>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998" name="Google Shape;998;p79"/>
            <p:cNvGrpSpPr/>
            <p:nvPr/>
          </p:nvGrpSpPr>
          <p:grpSpPr>
            <a:xfrm flipH="1" rot="-5400000">
              <a:off x="2724854" y="-1701422"/>
              <a:ext cx="2575817" cy="2577160"/>
              <a:chOff x="1550275" y="1493275"/>
              <a:chExt cx="1582100" cy="1582925"/>
            </a:xfrm>
          </p:grpSpPr>
          <p:sp>
            <p:nvSpPr>
              <p:cNvPr id="999" name="Google Shape;999;p79"/>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0" name="Google Shape;1000;p79"/>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1" name="Google Shape;1001;p79"/>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2" name="Google Shape;1002;p79"/>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3" name="Google Shape;1003;p79"/>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4" name="Google Shape;1004;p79"/>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5" name="Google Shape;1005;p79"/>
              <p:cNvSpPr/>
              <p:nvPr/>
            </p:nvSpPr>
            <p:spPr>
              <a:xfrm>
                <a:off x="1738593" y="1684322"/>
                <a:ext cx="1119733" cy="111916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6" name="Google Shape;1006;p79"/>
              <p:cNvSpPr/>
              <p:nvPr/>
            </p:nvSpPr>
            <p:spPr>
              <a:xfrm>
                <a:off x="1793442" y="1767256"/>
                <a:ext cx="1148861" cy="1155187"/>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7" name="Google Shape;1007;p79"/>
              <p:cNvSpPr/>
              <p:nvPr/>
            </p:nvSpPr>
            <p:spPr>
              <a:xfrm>
                <a:off x="1903138" y="1863197"/>
                <a:ext cx="1108951" cy="1114002"/>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8" name="Google Shape;1008;p79"/>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9" name="Google Shape;1009;p79"/>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10" name="Google Shape;1010;p79"/>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11" name="Google Shape;1011;p79"/>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12" name="Google Shape;1012;p79"/>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013" name="Google Shape;1013;p79"/>
          <p:cNvGrpSpPr/>
          <p:nvPr/>
        </p:nvGrpSpPr>
        <p:grpSpPr>
          <a:xfrm flipH="1" rot="5400000">
            <a:off x="-1534486" y="4335726"/>
            <a:ext cx="2744275" cy="2727763"/>
            <a:chOff x="5985575" y="4420825"/>
            <a:chExt cx="2744275" cy="2727763"/>
          </a:xfrm>
        </p:grpSpPr>
        <p:sp>
          <p:nvSpPr>
            <p:cNvPr id="1014" name="Google Shape;1014;p79"/>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015" name="Google Shape;1015;p79"/>
            <p:cNvGrpSpPr/>
            <p:nvPr/>
          </p:nvGrpSpPr>
          <p:grpSpPr>
            <a:xfrm flipH="1" rot="5400000">
              <a:off x="5986247" y="4572099"/>
              <a:ext cx="2575817" cy="2577160"/>
              <a:chOff x="1550275" y="1493275"/>
              <a:chExt cx="1582100" cy="1582925"/>
            </a:xfrm>
          </p:grpSpPr>
          <p:sp>
            <p:nvSpPr>
              <p:cNvPr id="1016" name="Google Shape;1016;p79"/>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17" name="Google Shape;1017;p79"/>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18" name="Google Shape;1018;p79"/>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19" name="Google Shape;1019;p79"/>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0" name="Google Shape;1020;p79"/>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1" name="Google Shape;1021;p79"/>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2" name="Google Shape;1022;p79"/>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3" name="Google Shape;1023;p79"/>
              <p:cNvSpPr/>
              <p:nvPr/>
            </p:nvSpPr>
            <p:spPr>
              <a:xfrm>
                <a:off x="1861553" y="1767253"/>
                <a:ext cx="1080578" cy="1082004"/>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4" name="Google Shape;1024;p79"/>
              <p:cNvSpPr/>
              <p:nvPr/>
            </p:nvSpPr>
            <p:spPr>
              <a:xfrm>
                <a:off x="1898130" y="1863198"/>
                <a:ext cx="1114002" cy="1086690"/>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5" name="Google Shape;1025;p79"/>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6" name="Google Shape;1026;p79"/>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7" name="Google Shape;1027;p79"/>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8" name="Google Shape;1028;p79"/>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9" name="Google Shape;1029;p79"/>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_1_1_1_1">
    <p:spTree>
      <p:nvGrpSpPr>
        <p:cNvPr id="1030" name="Shape 1030"/>
        <p:cNvGrpSpPr/>
        <p:nvPr/>
      </p:nvGrpSpPr>
      <p:grpSpPr>
        <a:xfrm>
          <a:off x="0" y="0"/>
          <a:ext cx="0" cy="0"/>
          <a:chOff x="0" y="0"/>
          <a:chExt cx="0" cy="0"/>
        </a:xfrm>
      </p:grpSpPr>
      <p:sp>
        <p:nvSpPr>
          <p:cNvPr id="1031" name="Google Shape;1031;p80"/>
          <p:cNvSpPr txBox="1"/>
          <p:nvPr>
            <p:ph type="title"/>
          </p:nvPr>
        </p:nvSpPr>
        <p:spPr>
          <a:xfrm>
            <a:off x="907175" y="1319225"/>
            <a:ext cx="2720400" cy="123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1032" name="Google Shape;1032;p80"/>
          <p:cNvSpPr txBox="1"/>
          <p:nvPr>
            <p:ph idx="1" type="subTitle"/>
          </p:nvPr>
        </p:nvSpPr>
        <p:spPr>
          <a:xfrm>
            <a:off x="907175" y="2724672"/>
            <a:ext cx="2720400" cy="104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1033" name="Google Shape;1033;p80"/>
          <p:cNvGrpSpPr/>
          <p:nvPr/>
        </p:nvGrpSpPr>
        <p:grpSpPr>
          <a:xfrm flipH="1" rot="-5400000">
            <a:off x="7673050" y="-2221823"/>
            <a:ext cx="2744275" cy="2727763"/>
            <a:chOff x="5985575" y="4420825"/>
            <a:chExt cx="2744275" cy="2727763"/>
          </a:xfrm>
        </p:grpSpPr>
        <p:sp>
          <p:nvSpPr>
            <p:cNvPr id="1034" name="Google Shape;1034;p80"/>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035" name="Google Shape;1035;p80"/>
            <p:cNvGrpSpPr/>
            <p:nvPr/>
          </p:nvGrpSpPr>
          <p:grpSpPr>
            <a:xfrm flipH="1" rot="5400000">
              <a:off x="5986247" y="4572099"/>
              <a:ext cx="2575817" cy="2577160"/>
              <a:chOff x="1550275" y="1493275"/>
              <a:chExt cx="1582100" cy="1582925"/>
            </a:xfrm>
          </p:grpSpPr>
          <p:sp>
            <p:nvSpPr>
              <p:cNvPr id="1036" name="Google Shape;1036;p80"/>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37" name="Google Shape;1037;p80"/>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38" name="Google Shape;1038;p80"/>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39" name="Google Shape;1039;p80"/>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0" name="Google Shape;1040;p80"/>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1" name="Google Shape;1041;p80"/>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2" name="Google Shape;1042;p80"/>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3" name="Google Shape;1043;p80"/>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4" name="Google Shape;1044;p80"/>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5" name="Google Shape;1045;p80"/>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6" name="Google Shape;1046;p80"/>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7" name="Google Shape;1047;p80"/>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8" name="Google Shape;1048;p80"/>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9" name="Google Shape;1049;p80"/>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050" name="Google Shape;1050;p80"/>
          <p:cNvGrpSpPr/>
          <p:nvPr/>
        </p:nvGrpSpPr>
        <p:grpSpPr>
          <a:xfrm flipH="1" rot="10800000">
            <a:off x="2970850" y="4539527"/>
            <a:ext cx="2744275" cy="2727763"/>
            <a:chOff x="5985575" y="4420825"/>
            <a:chExt cx="2744275" cy="2727763"/>
          </a:xfrm>
        </p:grpSpPr>
        <p:sp>
          <p:nvSpPr>
            <p:cNvPr id="1051" name="Google Shape;1051;p80"/>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052" name="Google Shape;1052;p80"/>
            <p:cNvGrpSpPr/>
            <p:nvPr/>
          </p:nvGrpSpPr>
          <p:grpSpPr>
            <a:xfrm flipH="1" rot="5400000">
              <a:off x="5986247" y="4572099"/>
              <a:ext cx="2575817" cy="2577160"/>
              <a:chOff x="1550275" y="1493275"/>
              <a:chExt cx="1582100" cy="1582925"/>
            </a:xfrm>
          </p:grpSpPr>
          <p:sp>
            <p:nvSpPr>
              <p:cNvPr id="1053" name="Google Shape;1053;p80"/>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54" name="Google Shape;1054;p80"/>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55" name="Google Shape;1055;p80"/>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56" name="Google Shape;1056;p80"/>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57" name="Google Shape;1057;p80"/>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58" name="Google Shape;1058;p80"/>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59" name="Google Shape;1059;p80"/>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0" name="Google Shape;1060;p80"/>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1" name="Google Shape;1061;p80"/>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2" name="Google Shape;1062;p80"/>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3" name="Google Shape;1063;p80"/>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4" name="Google Shape;1064;p80"/>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5" name="Google Shape;1065;p80"/>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6" name="Google Shape;1066;p80"/>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067" name="Google Shape;1067;p80"/>
          <p:cNvGrpSpPr/>
          <p:nvPr/>
        </p:nvGrpSpPr>
        <p:grpSpPr>
          <a:xfrm flipH="1" rot="10800000">
            <a:off x="-1281564" y="-1968505"/>
            <a:ext cx="2577160" cy="2638568"/>
            <a:chOff x="-1115775" y="4467744"/>
            <a:chExt cx="2577160" cy="2638568"/>
          </a:xfrm>
        </p:grpSpPr>
        <p:sp>
          <p:nvSpPr>
            <p:cNvPr id="1068" name="Google Shape;1068;p80"/>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069" name="Google Shape;1069;p80"/>
            <p:cNvGrpSpPr/>
            <p:nvPr/>
          </p:nvGrpSpPr>
          <p:grpSpPr>
            <a:xfrm flipH="1" rot="5400000">
              <a:off x="-1115103" y="4529824"/>
              <a:ext cx="2575817" cy="2577160"/>
              <a:chOff x="1550275" y="1493275"/>
              <a:chExt cx="1582100" cy="1582925"/>
            </a:xfrm>
          </p:grpSpPr>
          <p:sp>
            <p:nvSpPr>
              <p:cNvPr id="1070" name="Google Shape;1070;p80"/>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1" name="Google Shape;1071;p80"/>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2" name="Google Shape;1072;p80"/>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3" name="Google Shape;1073;p80"/>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4" name="Google Shape;1074;p80"/>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5" name="Google Shape;1075;p80"/>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6" name="Google Shape;1076;p80"/>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7" name="Google Shape;1077;p80"/>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8" name="Google Shape;1078;p80"/>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9" name="Google Shape;1079;p80"/>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80" name="Google Shape;1080;p80"/>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81" name="Google Shape;1081;p80"/>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82" name="Google Shape;1082;p80"/>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83" name="Google Shape;1083;p80"/>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_1_1_1_1_1_1_1">
    <p:spTree>
      <p:nvGrpSpPr>
        <p:cNvPr id="1084" name="Shape 1084"/>
        <p:cNvGrpSpPr/>
        <p:nvPr/>
      </p:nvGrpSpPr>
      <p:grpSpPr>
        <a:xfrm>
          <a:off x="0" y="0"/>
          <a:ext cx="0" cy="0"/>
          <a:chOff x="0" y="0"/>
          <a:chExt cx="0" cy="0"/>
        </a:xfrm>
      </p:grpSpPr>
      <p:sp>
        <p:nvSpPr>
          <p:cNvPr id="1085" name="Google Shape;1085;p81"/>
          <p:cNvSpPr txBox="1"/>
          <p:nvPr>
            <p:ph type="title"/>
          </p:nvPr>
        </p:nvSpPr>
        <p:spPr>
          <a:xfrm>
            <a:off x="5256400" y="1319225"/>
            <a:ext cx="2590500" cy="1231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200"/>
              <a:buNone/>
              <a:defRPr/>
            </a:lvl1pPr>
            <a:lvl2pPr lvl="1" algn="r">
              <a:lnSpc>
                <a:spcPct val="100000"/>
              </a:lnSpc>
              <a:spcBef>
                <a:spcPts val="0"/>
              </a:spcBef>
              <a:spcAft>
                <a:spcPts val="0"/>
              </a:spcAft>
              <a:buSzPts val="3200"/>
              <a:buNone/>
              <a:defRPr/>
            </a:lvl2pPr>
            <a:lvl3pPr lvl="2" algn="r">
              <a:lnSpc>
                <a:spcPct val="100000"/>
              </a:lnSpc>
              <a:spcBef>
                <a:spcPts val="0"/>
              </a:spcBef>
              <a:spcAft>
                <a:spcPts val="0"/>
              </a:spcAft>
              <a:buSzPts val="3200"/>
              <a:buNone/>
              <a:defRPr/>
            </a:lvl3pPr>
            <a:lvl4pPr lvl="3" algn="r">
              <a:lnSpc>
                <a:spcPct val="100000"/>
              </a:lnSpc>
              <a:spcBef>
                <a:spcPts val="0"/>
              </a:spcBef>
              <a:spcAft>
                <a:spcPts val="0"/>
              </a:spcAft>
              <a:buSzPts val="3200"/>
              <a:buNone/>
              <a:defRPr/>
            </a:lvl4pPr>
            <a:lvl5pPr lvl="4" algn="r">
              <a:lnSpc>
                <a:spcPct val="100000"/>
              </a:lnSpc>
              <a:spcBef>
                <a:spcPts val="0"/>
              </a:spcBef>
              <a:spcAft>
                <a:spcPts val="0"/>
              </a:spcAft>
              <a:buSzPts val="3200"/>
              <a:buNone/>
              <a:defRPr/>
            </a:lvl5pPr>
            <a:lvl6pPr lvl="5" algn="r">
              <a:lnSpc>
                <a:spcPct val="100000"/>
              </a:lnSpc>
              <a:spcBef>
                <a:spcPts val="0"/>
              </a:spcBef>
              <a:spcAft>
                <a:spcPts val="0"/>
              </a:spcAft>
              <a:buSzPts val="3200"/>
              <a:buNone/>
              <a:defRPr/>
            </a:lvl6pPr>
            <a:lvl7pPr lvl="6" algn="r">
              <a:lnSpc>
                <a:spcPct val="100000"/>
              </a:lnSpc>
              <a:spcBef>
                <a:spcPts val="0"/>
              </a:spcBef>
              <a:spcAft>
                <a:spcPts val="0"/>
              </a:spcAft>
              <a:buSzPts val="3200"/>
              <a:buNone/>
              <a:defRPr/>
            </a:lvl7pPr>
            <a:lvl8pPr lvl="7" algn="r">
              <a:lnSpc>
                <a:spcPct val="100000"/>
              </a:lnSpc>
              <a:spcBef>
                <a:spcPts val="0"/>
              </a:spcBef>
              <a:spcAft>
                <a:spcPts val="0"/>
              </a:spcAft>
              <a:buSzPts val="3200"/>
              <a:buNone/>
              <a:defRPr/>
            </a:lvl8pPr>
            <a:lvl9pPr lvl="8" algn="r">
              <a:lnSpc>
                <a:spcPct val="100000"/>
              </a:lnSpc>
              <a:spcBef>
                <a:spcPts val="0"/>
              </a:spcBef>
              <a:spcAft>
                <a:spcPts val="0"/>
              </a:spcAft>
              <a:buSzPts val="3200"/>
              <a:buNone/>
              <a:defRPr/>
            </a:lvl9pPr>
          </a:lstStyle>
          <a:p/>
        </p:txBody>
      </p:sp>
      <p:sp>
        <p:nvSpPr>
          <p:cNvPr id="1086" name="Google Shape;1086;p81"/>
          <p:cNvSpPr txBox="1"/>
          <p:nvPr>
            <p:ph idx="1" type="subTitle"/>
          </p:nvPr>
        </p:nvSpPr>
        <p:spPr>
          <a:xfrm>
            <a:off x="5256400" y="2724674"/>
            <a:ext cx="2590500" cy="1046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grpSp>
        <p:nvGrpSpPr>
          <p:cNvPr id="1087" name="Google Shape;1087;p81"/>
          <p:cNvGrpSpPr/>
          <p:nvPr/>
        </p:nvGrpSpPr>
        <p:grpSpPr>
          <a:xfrm flipH="1" rot="-5400000">
            <a:off x="3437125" y="4622177"/>
            <a:ext cx="2744275" cy="2727763"/>
            <a:chOff x="5985575" y="4420825"/>
            <a:chExt cx="2744275" cy="2727763"/>
          </a:xfrm>
        </p:grpSpPr>
        <p:sp>
          <p:nvSpPr>
            <p:cNvPr id="1088" name="Google Shape;1088;p81"/>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089" name="Google Shape;1089;p81"/>
            <p:cNvGrpSpPr/>
            <p:nvPr/>
          </p:nvGrpSpPr>
          <p:grpSpPr>
            <a:xfrm flipH="1" rot="5400000">
              <a:off x="5986247" y="4572099"/>
              <a:ext cx="2575817" cy="2577160"/>
              <a:chOff x="1550275" y="1493275"/>
              <a:chExt cx="1582100" cy="1582925"/>
            </a:xfrm>
          </p:grpSpPr>
          <p:sp>
            <p:nvSpPr>
              <p:cNvPr id="1090" name="Google Shape;1090;p8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1" name="Google Shape;1091;p8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2" name="Google Shape;1092;p8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3" name="Google Shape;1093;p8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4" name="Google Shape;1094;p8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5" name="Google Shape;1095;p8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6" name="Google Shape;1096;p81"/>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7" name="Google Shape;1097;p81"/>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8" name="Google Shape;1098;p81"/>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9" name="Google Shape;1099;p8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00" name="Google Shape;1100;p8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01" name="Google Shape;1101;p8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02" name="Google Shape;1102;p8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03" name="Google Shape;1103;p8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104" name="Google Shape;1104;p81"/>
          <p:cNvGrpSpPr/>
          <p:nvPr/>
        </p:nvGrpSpPr>
        <p:grpSpPr>
          <a:xfrm flipH="1">
            <a:off x="-1281575" y="-2213574"/>
            <a:ext cx="2744275" cy="2727763"/>
            <a:chOff x="5985575" y="4420825"/>
            <a:chExt cx="2744275" cy="2727763"/>
          </a:xfrm>
        </p:grpSpPr>
        <p:sp>
          <p:nvSpPr>
            <p:cNvPr id="1105" name="Google Shape;1105;p81"/>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106" name="Google Shape;1106;p81"/>
            <p:cNvGrpSpPr/>
            <p:nvPr/>
          </p:nvGrpSpPr>
          <p:grpSpPr>
            <a:xfrm flipH="1" rot="5400000">
              <a:off x="5986247" y="4572099"/>
              <a:ext cx="2575817" cy="2577160"/>
              <a:chOff x="1550275" y="1493275"/>
              <a:chExt cx="1582100" cy="1582925"/>
            </a:xfrm>
          </p:grpSpPr>
          <p:sp>
            <p:nvSpPr>
              <p:cNvPr id="1107" name="Google Shape;1107;p8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08" name="Google Shape;1108;p8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09" name="Google Shape;1109;p8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10" name="Google Shape;1110;p8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11" name="Google Shape;1111;p8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12" name="Google Shape;1112;p8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13" name="Google Shape;1113;p81"/>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14" name="Google Shape;1114;p81"/>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15" name="Google Shape;1115;p81"/>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16" name="Google Shape;1116;p8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17" name="Google Shape;1117;p8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18" name="Google Shape;1118;p8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19" name="Google Shape;1119;p8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20" name="Google Shape;1120;p8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121" name="Google Shape;1121;p81"/>
          <p:cNvGrpSpPr/>
          <p:nvPr/>
        </p:nvGrpSpPr>
        <p:grpSpPr>
          <a:xfrm rot="10800000">
            <a:off x="7848411" y="-1968505"/>
            <a:ext cx="2577160" cy="2638568"/>
            <a:chOff x="-1115775" y="4467744"/>
            <a:chExt cx="2577160" cy="2638568"/>
          </a:xfrm>
        </p:grpSpPr>
        <p:sp>
          <p:nvSpPr>
            <p:cNvPr id="1122" name="Google Shape;1122;p81"/>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123" name="Google Shape;1123;p81"/>
            <p:cNvGrpSpPr/>
            <p:nvPr/>
          </p:nvGrpSpPr>
          <p:grpSpPr>
            <a:xfrm flipH="1" rot="5400000">
              <a:off x="-1115103" y="4529824"/>
              <a:ext cx="2575817" cy="2577160"/>
              <a:chOff x="1550275" y="1493275"/>
              <a:chExt cx="1582100" cy="1582925"/>
            </a:xfrm>
          </p:grpSpPr>
          <p:sp>
            <p:nvSpPr>
              <p:cNvPr id="1124" name="Google Shape;1124;p8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25" name="Google Shape;1125;p8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26" name="Google Shape;1126;p8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27" name="Google Shape;1127;p8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28" name="Google Shape;1128;p8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29" name="Google Shape;1129;p8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0" name="Google Shape;1130;p81"/>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1" name="Google Shape;1131;p81"/>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2" name="Google Shape;1132;p81"/>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3" name="Google Shape;1133;p8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4" name="Google Shape;1134;p8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5" name="Google Shape;1135;p8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6" name="Google Shape;1136;p8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7" name="Google Shape;1137;p8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_1_1_1_1">
    <p:spTree>
      <p:nvGrpSpPr>
        <p:cNvPr id="1138" name="Shape 1138"/>
        <p:cNvGrpSpPr/>
        <p:nvPr/>
      </p:nvGrpSpPr>
      <p:grpSpPr>
        <a:xfrm>
          <a:off x="0" y="0"/>
          <a:ext cx="0" cy="0"/>
          <a:chOff x="0" y="0"/>
          <a:chExt cx="0" cy="0"/>
        </a:xfrm>
      </p:grpSpPr>
      <p:sp>
        <p:nvSpPr>
          <p:cNvPr id="1139" name="Google Shape;1139;p82"/>
          <p:cNvSpPr txBox="1"/>
          <p:nvPr>
            <p:ph type="title"/>
          </p:nvPr>
        </p:nvSpPr>
        <p:spPr>
          <a:xfrm>
            <a:off x="2205300" y="1076200"/>
            <a:ext cx="47334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1140" name="Google Shape;1140;p82"/>
          <p:cNvSpPr txBox="1"/>
          <p:nvPr>
            <p:ph idx="1" type="subTitle"/>
          </p:nvPr>
        </p:nvSpPr>
        <p:spPr>
          <a:xfrm>
            <a:off x="2205300" y="1997100"/>
            <a:ext cx="4733400" cy="2037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grpSp>
        <p:nvGrpSpPr>
          <p:cNvPr id="1141" name="Google Shape;1141;p82"/>
          <p:cNvGrpSpPr/>
          <p:nvPr/>
        </p:nvGrpSpPr>
        <p:grpSpPr>
          <a:xfrm flipH="1" rot="5400000">
            <a:off x="-1626925" y="4485076"/>
            <a:ext cx="2744275" cy="2727763"/>
            <a:chOff x="5985575" y="4420825"/>
            <a:chExt cx="2744275" cy="2727763"/>
          </a:xfrm>
        </p:grpSpPr>
        <p:sp>
          <p:nvSpPr>
            <p:cNvPr id="1142" name="Google Shape;1142;p82"/>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143" name="Google Shape;1143;p82"/>
            <p:cNvGrpSpPr/>
            <p:nvPr/>
          </p:nvGrpSpPr>
          <p:grpSpPr>
            <a:xfrm flipH="1" rot="5400000">
              <a:off x="5986247" y="4572099"/>
              <a:ext cx="2575817" cy="2577160"/>
              <a:chOff x="1550275" y="1493275"/>
              <a:chExt cx="1582100" cy="1582925"/>
            </a:xfrm>
          </p:grpSpPr>
          <p:sp>
            <p:nvSpPr>
              <p:cNvPr id="1144" name="Google Shape;1144;p8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45" name="Google Shape;1145;p8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46" name="Google Shape;1146;p8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47" name="Google Shape;1147;p8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48" name="Google Shape;1148;p8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49" name="Google Shape;1149;p8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0" name="Google Shape;1150;p82"/>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1" name="Google Shape;1151;p82"/>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2" name="Google Shape;1152;p82"/>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3" name="Google Shape;1153;p8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4" name="Google Shape;1154;p8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5" name="Google Shape;1155;p8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6" name="Google Shape;1156;p8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7" name="Google Shape;1157;p8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158" name="Google Shape;1158;p82"/>
          <p:cNvGrpSpPr/>
          <p:nvPr/>
        </p:nvGrpSpPr>
        <p:grpSpPr>
          <a:xfrm flipH="1" rot="10800000">
            <a:off x="8006689" y="4628777"/>
            <a:ext cx="2744275" cy="2727763"/>
            <a:chOff x="5985575" y="4420825"/>
            <a:chExt cx="2744275" cy="2727763"/>
          </a:xfrm>
        </p:grpSpPr>
        <p:sp>
          <p:nvSpPr>
            <p:cNvPr id="1159" name="Google Shape;1159;p82"/>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160" name="Google Shape;1160;p82"/>
            <p:cNvGrpSpPr/>
            <p:nvPr/>
          </p:nvGrpSpPr>
          <p:grpSpPr>
            <a:xfrm flipH="1" rot="5400000">
              <a:off x="5986247" y="4572099"/>
              <a:ext cx="2575817" cy="2577160"/>
              <a:chOff x="1550275" y="1493275"/>
              <a:chExt cx="1582100" cy="1582925"/>
            </a:xfrm>
          </p:grpSpPr>
          <p:sp>
            <p:nvSpPr>
              <p:cNvPr id="1161" name="Google Shape;1161;p8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62" name="Google Shape;1162;p8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63" name="Google Shape;1163;p8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64" name="Google Shape;1164;p8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65" name="Google Shape;1165;p8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66" name="Google Shape;1166;p8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67" name="Google Shape;1167;p82"/>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68" name="Google Shape;1168;p82"/>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69" name="Google Shape;1169;p82"/>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70" name="Google Shape;1170;p8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71" name="Google Shape;1171;p8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72" name="Google Shape;1172;p8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73" name="Google Shape;1173;p8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74" name="Google Shape;1174;p8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175" name="Google Shape;1175;p82"/>
          <p:cNvGrpSpPr/>
          <p:nvPr/>
        </p:nvGrpSpPr>
        <p:grpSpPr>
          <a:xfrm rot="10800000">
            <a:off x="7500411" y="-1866430"/>
            <a:ext cx="2577160" cy="2638568"/>
            <a:chOff x="-1115775" y="4467744"/>
            <a:chExt cx="2577160" cy="2638568"/>
          </a:xfrm>
        </p:grpSpPr>
        <p:sp>
          <p:nvSpPr>
            <p:cNvPr id="1176" name="Google Shape;1176;p82"/>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177" name="Google Shape;1177;p82"/>
            <p:cNvGrpSpPr/>
            <p:nvPr/>
          </p:nvGrpSpPr>
          <p:grpSpPr>
            <a:xfrm flipH="1" rot="5400000">
              <a:off x="-1115103" y="4529824"/>
              <a:ext cx="2575817" cy="2577160"/>
              <a:chOff x="1550275" y="1493275"/>
              <a:chExt cx="1582100" cy="1582925"/>
            </a:xfrm>
          </p:grpSpPr>
          <p:sp>
            <p:nvSpPr>
              <p:cNvPr id="1178" name="Google Shape;1178;p8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79" name="Google Shape;1179;p8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80" name="Google Shape;1180;p8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81" name="Google Shape;1181;p8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82" name="Google Shape;1182;p8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83" name="Google Shape;1183;p8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84" name="Google Shape;1184;p82"/>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85" name="Google Shape;1185;p82"/>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86" name="Google Shape;1186;p82"/>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87" name="Google Shape;1187;p8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88" name="Google Shape;1188;p8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89" name="Google Shape;1189;p8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90" name="Google Shape;1190;p8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91" name="Google Shape;1191;p8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192" name="Google Shape;1192;p82"/>
          <p:cNvGrpSpPr/>
          <p:nvPr/>
        </p:nvGrpSpPr>
        <p:grpSpPr>
          <a:xfrm flipH="1" rot="10800000">
            <a:off x="-933564" y="-1866430"/>
            <a:ext cx="2577160" cy="2638568"/>
            <a:chOff x="-1115775" y="4467744"/>
            <a:chExt cx="2577160" cy="2638568"/>
          </a:xfrm>
        </p:grpSpPr>
        <p:sp>
          <p:nvSpPr>
            <p:cNvPr id="1193" name="Google Shape;1193;p82"/>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194" name="Google Shape;1194;p82"/>
            <p:cNvGrpSpPr/>
            <p:nvPr/>
          </p:nvGrpSpPr>
          <p:grpSpPr>
            <a:xfrm flipH="1" rot="5400000">
              <a:off x="-1115103" y="4529824"/>
              <a:ext cx="2575817" cy="2577160"/>
              <a:chOff x="1550275" y="1493275"/>
              <a:chExt cx="1582100" cy="1582925"/>
            </a:xfrm>
          </p:grpSpPr>
          <p:sp>
            <p:nvSpPr>
              <p:cNvPr id="1195" name="Google Shape;1195;p8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96" name="Google Shape;1196;p8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97" name="Google Shape;1197;p8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98" name="Google Shape;1198;p8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99" name="Google Shape;1199;p8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00" name="Google Shape;1200;p8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01" name="Google Shape;1201;p82"/>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02" name="Google Shape;1202;p82"/>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03" name="Google Shape;1203;p82"/>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04" name="Google Shape;1204;p8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05" name="Google Shape;1205;p8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06" name="Google Shape;1206;p8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07" name="Google Shape;1207;p8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08" name="Google Shape;1208;p8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5">
    <p:spTree>
      <p:nvGrpSpPr>
        <p:cNvPr id="1209" name="Shape 1209"/>
        <p:cNvGrpSpPr/>
        <p:nvPr/>
      </p:nvGrpSpPr>
      <p:grpSpPr>
        <a:xfrm>
          <a:off x="0" y="0"/>
          <a:ext cx="0" cy="0"/>
          <a:chOff x="0" y="0"/>
          <a:chExt cx="0" cy="0"/>
        </a:xfrm>
      </p:grpSpPr>
      <p:sp>
        <p:nvSpPr>
          <p:cNvPr id="1210" name="Google Shape;1210;p83"/>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1211" name="Google Shape;1211;p83"/>
          <p:cNvSpPr txBox="1"/>
          <p:nvPr>
            <p:ph idx="1" type="subTitle"/>
          </p:nvPr>
        </p:nvSpPr>
        <p:spPr>
          <a:xfrm>
            <a:off x="713225" y="3465499"/>
            <a:ext cx="2262600" cy="615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212" name="Google Shape;1212;p83"/>
          <p:cNvSpPr txBox="1"/>
          <p:nvPr>
            <p:ph idx="2" type="subTitle"/>
          </p:nvPr>
        </p:nvSpPr>
        <p:spPr>
          <a:xfrm>
            <a:off x="713225" y="2996438"/>
            <a:ext cx="22626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1213" name="Google Shape;1213;p83"/>
          <p:cNvSpPr txBox="1"/>
          <p:nvPr>
            <p:ph idx="3" type="subTitle"/>
          </p:nvPr>
        </p:nvSpPr>
        <p:spPr>
          <a:xfrm>
            <a:off x="6168175" y="3465499"/>
            <a:ext cx="2262600" cy="615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214" name="Google Shape;1214;p83"/>
          <p:cNvSpPr txBox="1"/>
          <p:nvPr>
            <p:ph idx="4" type="subTitle"/>
          </p:nvPr>
        </p:nvSpPr>
        <p:spPr>
          <a:xfrm>
            <a:off x="6168175" y="2996438"/>
            <a:ext cx="22626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1215" name="Google Shape;1215;p83"/>
          <p:cNvSpPr txBox="1"/>
          <p:nvPr>
            <p:ph idx="5" type="subTitle"/>
          </p:nvPr>
        </p:nvSpPr>
        <p:spPr>
          <a:xfrm>
            <a:off x="3440700" y="3465499"/>
            <a:ext cx="2262600" cy="615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216" name="Google Shape;1216;p83"/>
          <p:cNvSpPr txBox="1"/>
          <p:nvPr>
            <p:ph idx="6" type="subTitle"/>
          </p:nvPr>
        </p:nvSpPr>
        <p:spPr>
          <a:xfrm>
            <a:off x="3440700" y="2996438"/>
            <a:ext cx="2262600" cy="554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1pPr>
            <a:lvl2pPr lvl="1"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gn="ctr">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grpSp>
        <p:nvGrpSpPr>
          <p:cNvPr id="1217" name="Google Shape;1217;p83"/>
          <p:cNvGrpSpPr/>
          <p:nvPr/>
        </p:nvGrpSpPr>
        <p:grpSpPr>
          <a:xfrm>
            <a:off x="-933564" y="4566019"/>
            <a:ext cx="2577160" cy="2638568"/>
            <a:chOff x="-1115775" y="4467744"/>
            <a:chExt cx="2577160" cy="2638568"/>
          </a:xfrm>
        </p:grpSpPr>
        <p:sp>
          <p:nvSpPr>
            <p:cNvPr id="1218" name="Google Shape;1218;p83"/>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219" name="Google Shape;1219;p83"/>
            <p:cNvGrpSpPr/>
            <p:nvPr/>
          </p:nvGrpSpPr>
          <p:grpSpPr>
            <a:xfrm flipH="1" rot="5400000">
              <a:off x="-1115103" y="4529824"/>
              <a:ext cx="2575817" cy="2577160"/>
              <a:chOff x="1550275" y="1493275"/>
              <a:chExt cx="1582100" cy="1582925"/>
            </a:xfrm>
          </p:grpSpPr>
          <p:sp>
            <p:nvSpPr>
              <p:cNvPr id="1220" name="Google Shape;1220;p83"/>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21" name="Google Shape;1221;p83"/>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22" name="Google Shape;1222;p83"/>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23" name="Google Shape;1223;p83"/>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24" name="Google Shape;1224;p83"/>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25" name="Google Shape;1225;p83"/>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26" name="Google Shape;1226;p83"/>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27" name="Google Shape;1227;p83"/>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28" name="Google Shape;1228;p83"/>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29" name="Google Shape;1229;p83"/>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30" name="Google Shape;1230;p83"/>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31" name="Google Shape;1231;p83"/>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32" name="Google Shape;1232;p83"/>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33" name="Google Shape;1233;p83"/>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234" name="Google Shape;1234;p83"/>
          <p:cNvGrpSpPr/>
          <p:nvPr/>
        </p:nvGrpSpPr>
        <p:grpSpPr>
          <a:xfrm flipH="1">
            <a:off x="7500411" y="4566019"/>
            <a:ext cx="2577160" cy="2638568"/>
            <a:chOff x="-1115775" y="4467744"/>
            <a:chExt cx="2577160" cy="2638568"/>
          </a:xfrm>
        </p:grpSpPr>
        <p:sp>
          <p:nvSpPr>
            <p:cNvPr id="1235" name="Google Shape;1235;p83"/>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236" name="Google Shape;1236;p83"/>
            <p:cNvGrpSpPr/>
            <p:nvPr/>
          </p:nvGrpSpPr>
          <p:grpSpPr>
            <a:xfrm flipH="1" rot="5400000">
              <a:off x="-1115103" y="4529824"/>
              <a:ext cx="2575817" cy="2577160"/>
              <a:chOff x="1550275" y="1493275"/>
              <a:chExt cx="1582100" cy="1582925"/>
            </a:xfrm>
          </p:grpSpPr>
          <p:sp>
            <p:nvSpPr>
              <p:cNvPr id="1237" name="Google Shape;1237;p83"/>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38" name="Google Shape;1238;p83"/>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39" name="Google Shape;1239;p83"/>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40" name="Google Shape;1240;p83"/>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41" name="Google Shape;1241;p83"/>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42" name="Google Shape;1242;p83"/>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43" name="Google Shape;1243;p83"/>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44" name="Google Shape;1244;p83"/>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45" name="Google Shape;1245;p83"/>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46" name="Google Shape;1246;p83"/>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47" name="Google Shape;1247;p83"/>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48" name="Google Shape;1248;p83"/>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49" name="Google Shape;1249;p83"/>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50" name="Google Shape;1250;p83"/>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spTree>
      <p:nvGrpSpPr>
        <p:cNvPr id="1251" name="Shape 1251"/>
        <p:cNvGrpSpPr/>
        <p:nvPr/>
      </p:nvGrpSpPr>
      <p:grpSpPr>
        <a:xfrm>
          <a:off x="0" y="0"/>
          <a:ext cx="0" cy="0"/>
          <a:chOff x="0" y="0"/>
          <a:chExt cx="0" cy="0"/>
        </a:xfrm>
      </p:grpSpPr>
      <p:sp>
        <p:nvSpPr>
          <p:cNvPr id="1252" name="Google Shape;1252;p84"/>
          <p:cNvSpPr txBox="1"/>
          <p:nvPr>
            <p:ph type="title"/>
          </p:nvPr>
        </p:nvSpPr>
        <p:spPr>
          <a:xfrm>
            <a:off x="4248763" y="567050"/>
            <a:ext cx="3815100" cy="1108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7200"/>
              <a:buNone/>
              <a:defRPr sz="6000"/>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p:txBody>
      </p:sp>
      <p:sp>
        <p:nvSpPr>
          <p:cNvPr id="1253" name="Google Shape;1253;p84"/>
          <p:cNvSpPr txBox="1"/>
          <p:nvPr>
            <p:ph idx="1" type="subTitle"/>
          </p:nvPr>
        </p:nvSpPr>
        <p:spPr>
          <a:xfrm>
            <a:off x="4248775" y="2577351"/>
            <a:ext cx="3815100" cy="774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50"/>
              <a:buNone/>
              <a:defRPr b="1" sz="1650"/>
            </a:lvl1pPr>
            <a:lvl2pPr lvl="1" algn="ctr">
              <a:lnSpc>
                <a:spcPct val="100000"/>
              </a:lnSpc>
              <a:spcBef>
                <a:spcPts val="0"/>
              </a:spcBef>
              <a:spcAft>
                <a:spcPts val="0"/>
              </a:spcAft>
              <a:buSzPts val="1650"/>
              <a:buNone/>
              <a:defRPr b="1" sz="1650"/>
            </a:lvl2pPr>
            <a:lvl3pPr lvl="2" algn="ctr">
              <a:lnSpc>
                <a:spcPct val="100000"/>
              </a:lnSpc>
              <a:spcBef>
                <a:spcPts val="0"/>
              </a:spcBef>
              <a:spcAft>
                <a:spcPts val="0"/>
              </a:spcAft>
              <a:buSzPts val="1650"/>
              <a:buNone/>
              <a:defRPr b="1" sz="1650"/>
            </a:lvl3pPr>
            <a:lvl4pPr lvl="3" algn="ctr">
              <a:lnSpc>
                <a:spcPct val="100000"/>
              </a:lnSpc>
              <a:spcBef>
                <a:spcPts val="0"/>
              </a:spcBef>
              <a:spcAft>
                <a:spcPts val="0"/>
              </a:spcAft>
              <a:buSzPts val="1650"/>
              <a:buNone/>
              <a:defRPr b="1" sz="1650"/>
            </a:lvl4pPr>
            <a:lvl5pPr lvl="4" algn="ctr">
              <a:lnSpc>
                <a:spcPct val="100000"/>
              </a:lnSpc>
              <a:spcBef>
                <a:spcPts val="0"/>
              </a:spcBef>
              <a:spcAft>
                <a:spcPts val="0"/>
              </a:spcAft>
              <a:buSzPts val="1650"/>
              <a:buNone/>
              <a:defRPr b="1" sz="1650"/>
            </a:lvl5pPr>
            <a:lvl6pPr lvl="5" algn="ctr">
              <a:lnSpc>
                <a:spcPct val="100000"/>
              </a:lnSpc>
              <a:spcBef>
                <a:spcPts val="0"/>
              </a:spcBef>
              <a:spcAft>
                <a:spcPts val="0"/>
              </a:spcAft>
              <a:buSzPts val="1650"/>
              <a:buNone/>
              <a:defRPr b="1" sz="1650"/>
            </a:lvl6pPr>
            <a:lvl7pPr lvl="6" algn="ctr">
              <a:lnSpc>
                <a:spcPct val="100000"/>
              </a:lnSpc>
              <a:spcBef>
                <a:spcPts val="0"/>
              </a:spcBef>
              <a:spcAft>
                <a:spcPts val="0"/>
              </a:spcAft>
              <a:buSzPts val="1650"/>
              <a:buNone/>
              <a:defRPr b="1" sz="1650"/>
            </a:lvl7pPr>
            <a:lvl8pPr lvl="7" algn="ctr">
              <a:lnSpc>
                <a:spcPct val="100000"/>
              </a:lnSpc>
              <a:spcBef>
                <a:spcPts val="0"/>
              </a:spcBef>
              <a:spcAft>
                <a:spcPts val="0"/>
              </a:spcAft>
              <a:buSzPts val="1650"/>
              <a:buNone/>
              <a:defRPr b="1" sz="1650"/>
            </a:lvl8pPr>
            <a:lvl9pPr lvl="8" algn="ctr">
              <a:lnSpc>
                <a:spcPct val="100000"/>
              </a:lnSpc>
              <a:spcBef>
                <a:spcPts val="0"/>
              </a:spcBef>
              <a:spcAft>
                <a:spcPts val="0"/>
              </a:spcAft>
              <a:buSzPts val="1650"/>
              <a:buNone/>
              <a:defRPr b="1" sz="1650"/>
            </a:lvl9pPr>
          </a:lstStyle>
          <a:p/>
        </p:txBody>
      </p:sp>
      <p:sp>
        <p:nvSpPr>
          <p:cNvPr id="1254" name="Google Shape;1254;p84"/>
          <p:cNvSpPr txBox="1"/>
          <p:nvPr>
            <p:ph idx="2" type="subTitle"/>
          </p:nvPr>
        </p:nvSpPr>
        <p:spPr>
          <a:xfrm>
            <a:off x="4248763" y="4069175"/>
            <a:ext cx="3815100" cy="369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000"/>
              <a:buNone/>
              <a:defRPr sz="1000"/>
            </a:lvl1pPr>
            <a:lvl2pPr lvl="1" algn="ctr">
              <a:lnSpc>
                <a:spcPct val="100000"/>
              </a:lnSpc>
              <a:spcBef>
                <a:spcPts val="0"/>
              </a:spcBef>
              <a:spcAft>
                <a:spcPts val="0"/>
              </a:spcAft>
              <a:buSzPts val="1000"/>
              <a:buNone/>
              <a:defRPr b="1" sz="1000"/>
            </a:lvl2pPr>
            <a:lvl3pPr lvl="2" algn="ctr">
              <a:lnSpc>
                <a:spcPct val="100000"/>
              </a:lnSpc>
              <a:spcBef>
                <a:spcPts val="0"/>
              </a:spcBef>
              <a:spcAft>
                <a:spcPts val="0"/>
              </a:spcAft>
              <a:buSzPts val="1000"/>
              <a:buNone/>
              <a:defRPr b="1" sz="1000"/>
            </a:lvl3pPr>
            <a:lvl4pPr lvl="3" algn="ctr">
              <a:lnSpc>
                <a:spcPct val="100000"/>
              </a:lnSpc>
              <a:spcBef>
                <a:spcPts val="0"/>
              </a:spcBef>
              <a:spcAft>
                <a:spcPts val="0"/>
              </a:spcAft>
              <a:buSzPts val="1000"/>
              <a:buNone/>
              <a:defRPr b="1" sz="1000"/>
            </a:lvl4pPr>
            <a:lvl5pPr lvl="4" algn="ctr">
              <a:lnSpc>
                <a:spcPct val="100000"/>
              </a:lnSpc>
              <a:spcBef>
                <a:spcPts val="0"/>
              </a:spcBef>
              <a:spcAft>
                <a:spcPts val="0"/>
              </a:spcAft>
              <a:buSzPts val="1000"/>
              <a:buNone/>
              <a:defRPr b="1" sz="1000"/>
            </a:lvl5pPr>
            <a:lvl6pPr lvl="5" algn="ctr">
              <a:lnSpc>
                <a:spcPct val="100000"/>
              </a:lnSpc>
              <a:spcBef>
                <a:spcPts val="0"/>
              </a:spcBef>
              <a:spcAft>
                <a:spcPts val="0"/>
              </a:spcAft>
              <a:buSzPts val="1000"/>
              <a:buNone/>
              <a:defRPr b="1" sz="1000"/>
            </a:lvl6pPr>
            <a:lvl7pPr lvl="6" algn="ctr">
              <a:lnSpc>
                <a:spcPct val="100000"/>
              </a:lnSpc>
              <a:spcBef>
                <a:spcPts val="0"/>
              </a:spcBef>
              <a:spcAft>
                <a:spcPts val="0"/>
              </a:spcAft>
              <a:buSzPts val="1000"/>
              <a:buNone/>
              <a:defRPr b="1" sz="1000"/>
            </a:lvl7pPr>
            <a:lvl8pPr lvl="7" algn="ctr">
              <a:lnSpc>
                <a:spcPct val="100000"/>
              </a:lnSpc>
              <a:spcBef>
                <a:spcPts val="0"/>
              </a:spcBef>
              <a:spcAft>
                <a:spcPts val="0"/>
              </a:spcAft>
              <a:buSzPts val="1000"/>
              <a:buNone/>
              <a:defRPr b="1" sz="1000"/>
            </a:lvl8pPr>
            <a:lvl9pPr lvl="8" algn="ctr">
              <a:lnSpc>
                <a:spcPct val="100000"/>
              </a:lnSpc>
              <a:spcBef>
                <a:spcPts val="0"/>
              </a:spcBef>
              <a:spcAft>
                <a:spcPts val="0"/>
              </a:spcAft>
              <a:buSzPts val="1000"/>
              <a:buNone/>
              <a:defRPr b="1" sz="1000"/>
            </a:lvl9pPr>
          </a:lstStyle>
          <a:p/>
        </p:txBody>
      </p:sp>
      <p:sp>
        <p:nvSpPr>
          <p:cNvPr id="1255" name="Google Shape;1255;p84"/>
          <p:cNvSpPr txBox="1"/>
          <p:nvPr/>
        </p:nvSpPr>
        <p:spPr>
          <a:xfrm>
            <a:off x="4248775" y="3419624"/>
            <a:ext cx="3815100" cy="62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18"/>
              <a:buFont typeface="Arial"/>
              <a:buNone/>
            </a:pPr>
            <a:r>
              <a:rPr b="0" i="0" lang="en" sz="1000" u="none" cap="none" strike="noStrike">
                <a:solidFill>
                  <a:schemeClr val="dk1"/>
                </a:solidFill>
                <a:latin typeface="Inter"/>
                <a:ea typeface="Inter"/>
                <a:cs typeface="Inter"/>
                <a:sym typeface="Inter"/>
              </a:rPr>
              <a:t>Credits: This presentation template was created by </a:t>
            </a:r>
            <a:r>
              <a:rPr b="1" i="0" lang="en" sz="1000" u="none" cap="none" strike="noStrike">
                <a:solidFill>
                  <a:schemeClr val="dk1"/>
                </a:solidFill>
                <a:uFill>
                  <a:noFill/>
                </a:uFill>
                <a:latin typeface="Inter"/>
                <a:ea typeface="Inter"/>
                <a:cs typeface="Inter"/>
                <a:sym typeface="Inter"/>
                <a:hlinkClick r:id="rId2">
                  <a:extLst>
                    <a:ext uri="{A12FA001-AC4F-418D-AE19-62706E023703}">
                      <ahyp:hlinkClr val="tx"/>
                    </a:ext>
                  </a:extLst>
                </a:hlinkClick>
              </a:rPr>
              <a:t>Slidesgo</a:t>
            </a:r>
            <a:r>
              <a:rPr b="0" i="0" lang="en" sz="1000" u="none" cap="none" strike="noStrike">
                <a:solidFill>
                  <a:schemeClr val="dk1"/>
                </a:solidFill>
                <a:latin typeface="Inter"/>
                <a:ea typeface="Inter"/>
                <a:cs typeface="Inter"/>
                <a:sym typeface="Inter"/>
              </a:rPr>
              <a:t>, and includes icons by </a:t>
            </a:r>
            <a:r>
              <a:rPr b="1" i="0" lang="en" sz="1000" u="none" cap="none" strike="noStrike">
                <a:solidFill>
                  <a:schemeClr val="dk1"/>
                </a:solidFill>
                <a:uFill>
                  <a:noFill/>
                </a:uFill>
                <a:latin typeface="Inter"/>
                <a:ea typeface="Inter"/>
                <a:cs typeface="Inter"/>
                <a:sym typeface="Inter"/>
                <a:hlinkClick r:id="rId3">
                  <a:extLst>
                    <a:ext uri="{A12FA001-AC4F-418D-AE19-62706E023703}">
                      <ahyp:hlinkClr val="tx"/>
                    </a:ext>
                  </a:extLst>
                </a:hlinkClick>
              </a:rPr>
              <a:t>Flaticon</a:t>
            </a:r>
            <a:r>
              <a:rPr b="0" i="0" lang="en" sz="1000" u="none" cap="none" strike="noStrike">
                <a:solidFill>
                  <a:schemeClr val="dk1"/>
                </a:solidFill>
                <a:latin typeface="Inter"/>
                <a:ea typeface="Inter"/>
                <a:cs typeface="Inter"/>
                <a:sym typeface="Inter"/>
              </a:rPr>
              <a:t>, and infographics &amp; images by </a:t>
            </a:r>
            <a:r>
              <a:rPr b="1" i="0" lang="en" sz="1000" u="none" cap="none" strike="noStrike">
                <a:solidFill>
                  <a:schemeClr val="dk1"/>
                </a:solidFill>
                <a:uFill>
                  <a:noFill/>
                </a:uFill>
                <a:latin typeface="Inter"/>
                <a:ea typeface="Inter"/>
                <a:cs typeface="Inter"/>
                <a:sym typeface="Inter"/>
                <a:hlinkClick r:id="rId4">
                  <a:extLst>
                    <a:ext uri="{A12FA001-AC4F-418D-AE19-62706E023703}">
                      <ahyp:hlinkClr val="tx"/>
                    </a:ext>
                  </a:extLst>
                </a:hlinkClick>
              </a:rPr>
              <a:t>Freepik</a:t>
            </a:r>
            <a:r>
              <a:rPr b="0" i="0" lang="en" sz="1000" u="none" cap="none" strike="noStrike">
                <a:solidFill>
                  <a:schemeClr val="dk1"/>
                </a:solidFill>
                <a:latin typeface="Inter"/>
                <a:ea typeface="Inter"/>
                <a:cs typeface="Inter"/>
                <a:sym typeface="Inter"/>
              </a:rPr>
              <a:t>.</a:t>
            </a:r>
            <a:endParaRPr b="0" i="0" sz="1000" u="none" cap="none" strike="noStrike">
              <a:solidFill>
                <a:schemeClr val="dk1"/>
              </a:solidFill>
              <a:latin typeface="Inter"/>
              <a:ea typeface="Inter"/>
              <a:cs typeface="Inter"/>
              <a:sym typeface="Inter"/>
            </a:endParaRPr>
          </a:p>
        </p:txBody>
      </p:sp>
      <p:grpSp>
        <p:nvGrpSpPr>
          <p:cNvPr id="1256" name="Google Shape;1256;p84"/>
          <p:cNvGrpSpPr/>
          <p:nvPr/>
        </p:nvGrpSpPr>
        <p:grpSpPr>
          <a:xfrm flipH="1" rot="-5400000">
            <a:off x="-1219409" y="4501329"/>
            <a:ext cx="2744275" cy="2727763"/>
            <a:chOff x="5985575" y="4420825"/>
            <a:chExt cx="2744275" cy="2727763"/>
          </a:xfrm>
        </p:grpSpPr>
        <p:sp>
          <p:nvSpPr>
            <p:cNvPr id="1257" name="Google Shape;1257;p84"/>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258" name="Google Shape;1258;p84"/>
            <p:cNvGrpSpPr/>
            <p:nvPr/>
          </p:nvGrpSpPr>
          <p:grpSpPr>
            <a:xfrm flipH="1" rot="5400000">
              <a:off x="5986247" y="4572099"/>
              <a:ext cx="2575817" cy="2577160"/>
              <a:chOff x="1550275" y="1493275"/>
              <a:chExt cx="1582100" cy="1582925"/>
            </a:xfrm>
          </p:grpSpPr>
          <p:sp>
            <p:nvSpPr>
              <p:cNvPr id="1259" name="Google Shape;1259;p84"/>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60" name="Google Shape;1260;p84"/>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61" name="Google Shape;1261;p84"/>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62" name="Google Shape;1262;p84"/>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63" name="Google Shape;1263;p84"/>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64" name="Google Shape;1264;p84"/>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65" name="Google Shape;1265;p84"/>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66" name="Google Shape;1266;p84"/>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67" name="Google Shape;1267;p84"/>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68" name="Google Shape;1268;p84"/>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69" name="Google Shape;1269;p84"/>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70" name="Google Shape;1270;p84"/>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71" name="Google Shape;1271;p84"/>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72" name="Google Shape;1272;p84"/>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273" name="Google Shape;1273;p84"/>
          <p:cNvGrpSpPr/>
          <p:nvPr/>
        </p:nvGrpSpPr>
        <p:grpSpPr>
          <a:xfrm flipH="1" rot="-5400000">
            <a:off x="8002500" y="-1925673"/>
            <a:ext cx="2744275" cy="2727763"/>
            <a:chOff x="5985575" y="4420825"/>
            <a:chExt cx="2744275" cy="2727763"/>
          </a:xfrm>
        </p:grpSpPr>
        <p:sp>
          <p:nvSpPr>
            <p:cNvPr id="1274" name="Google Shape;1274;p84"/>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275" name="Google Shape;1275;p84"/>
            <p:cNvGrpSpPr/>
            <p:nvPr/>
          </p:nvGrpSpPr>
          <p:grpSpPr>
            <a:xfrm flipH="1" rot="5400000">
              <a:off x="5986247" y="4572099"/>
              <a:ext cx="2575817" cy="2577160"/>
              <a:chOff x="1550275" y="1493275"/>
              <a:chExt cx="1582100" cy="1582925"/>
            </a:xfrm>
          </p:grpSpPr>
          <p:sp>
            <p:nvSpPr>
              <p:cNvPr id="1276" name="Google Shape;1276;p84"/>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77" name="Google Shape;1277;p84"/>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78" name="Google Shape;1278;p84"/>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79" name="Google Shape;1279;p84"/>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80" name="Google Shape;1280;p84"/>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81" name="Google Shape;1281;p84"/>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82" name="Google Shape;1282;p84"/>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83" name="Google Shape;1283;p84"/>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84" name="Google Shape;1284;p84"/>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85" name="Google Shape;1285;p84"/>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86" name="Google Shape;1286;p84"/>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87" name="Google Shape;1287;p84"/>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88" name="Google Shape;1288;p84"/>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89" name="Google Shape;1289;p84"/>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290" name="Google Shape;1290;p84"/>
          <p:cNvGrpSpPr/>
          <p:nvPr/>
        </p:nvGrpSpPr>
        <p:grpSpPr>
          <a:xfrm flipH="1" rot="10800000">
            <a:off x="-890039" y="-1952455"/>
            <a:ext cx="2577160" cy="2638568"/>
            <a:chOff x="-1115775" y="4467744"/>
            <a:chExt cx="2577160" cy="2638568"/>
          </a:xfrm>
        </p:grpSpPr>
        <p:sp>
          <p:nvSpPr>
            <p:cNvPr id="1291" name="Google Shape;1291;p84"/>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292" name="Google Shape;1292;p84"/>
            <p:cNvGrpSpPr/>
            <p:nvPr/>
          </p:nvGrpSpPr>
          <p:grpSpPr>
            <a:xfrm flipH="1" rot="5400000">
              <a:off x="-1115103" y="4529824"/>
              <a:ext cx="2575817" cy="2577160"/>
              <a:chOff x="1550275" y="1493275"/>
              <a:chExt cx="1582100" cy="1582925"/>
            </a:xfrm>
          </p:grpSpPr>
          <p:sp>
            <p:nvSpPr>
              <p:cNvPr id="1293" name="Google Shape;1293;p84"/>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94" name="Google Shape;1294;p84"/>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95" name="Google Shape;1295;p84"/>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96" name="Google Shape;1296;p84"/>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97" name="Google Shape;1297;p84"/>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98" name="Google Shape;1298;p84"/>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99" name="Google Shape;1299;p84"/>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00" name="Google Shape;1300;p84"/>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01" name="Google Shape;1301;p84"/>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02" name="Google Shape;1302;p84"/>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03" name="Google Shape;1303;p84"/>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04" name="Google Shape;1304;p84"/>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05" name="Google Shape;1305;p84"/>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06" name="Google Shape;1306;p84"/>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7" name="Shape 1307"/>
        <p:cNvGrpSpPr/>
        <p:nvPr/>
      </p:nvGrpSpPr>
      <p:grpSpPr>
        <a:xfrm>
          <a:off x="0" y="0"/>
          <a:ext cx="0" cy="0"/>
          <a:chOff x="0" y="0"/>
          <a:chExt cx="0" cy="0"/>
        </a:xfrm>
      </p:grpSpPr>
      <p:sp>
        <p:nvSpPr>
          <p:cNvPr id="1308" name="Google Shape;1308;p85"/>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1309" name="Google Shape;1309;p85"/>
          <p:cNvSpPr txBox="1"/>
          <p:nvPr>
            <p:ph idx="1" type="body"/>
          </p:nvPr>
        </p:nvSpPr>
        <p:spPr>
          <a:xfrm>
            <a:off x="1076400" y="1135575"/>
            <a:ext cx="6991200" cy="1346700"/>
          </a:xfrm>
          <a:prstGeom prst="rect">
            <a:avLst/>
          </a:prstGeom>
          <a:noFill/>
          <a:ln>
            <a:noFill/>
          </a:ln>
        </p:spPr>
        <p:txBody>
          <a:bodyPr anchorCtr="0" anchor="t" bIns="91425" lIns="91425" spcFirstLastPara="1" rIns="91425" wrap="square" tIns="91425">
            <a:noAutofit/>
          </a:bodyPr>
          <a:lstStyle>
            <a:lvl1pPr indent="-311150" lvl="0" marL="457200" algn="l">
              <a:lnSpc>
                <a:spcPct val="100000"/>
              </a:lnSpc>
              <a:spcBef>
                <a:spcPts val="0"/>
              </a:spcBef>
              <a:spcAft>
                <a:spcPts val="0"/>
              </a:spcAft>
              <a:buSzPts val="13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1600"/>
              </a:spcBef>
              <a:spcAft>
                <a:spcPts val="0"/>
              </a:spcAft>
              <a:buSzPts val="1200"/>
              <a:buChar char="■"/>
              <a:defRPr sz="1200"/>
            </a:lvl3pPr>
            <a:lvl4pPr indent="-304800" lvl="3" marL="1828800" algn="l">
              <a:lnSpc>
                <a:spcPct val="100000"/>
              </a:lnSpc>
              <a:spcBef>
                <a:spcPts val="1600"/>
              </a:spcBef>
              <a:spcAft>
                <a:spcPts val="0"/>
              </a:spcAft>
              <a:buSzPts val="1200"/>
              <a:buChar char="●"/>
              <a:defRPr sz="1200"/>
            </a:lvl4pPr>
            <a:lvl5pPr indent="-304800" lvl="4" marL="2286000" algn="l">
              <a:lnSpc>
                <a:spcPct val="100000"/>
              </a:lnSpc>
              <a:spcBef>
                <a:spcPts val="1600"/>
              </a:spcBef>
              <a:spcAft>
                <a:spcPts val="0"/>
              </a:spcAft>
              <a:buSzPts val="1200"/>
              <a:buChar char="○"/>
              <a:defRPr sz="1200"/>
            </a:lvl5pPr>
            <a:lvl6pPr indent="-304800" lvl="5" marL="2743200" algn="l">
              <a:lnSpc>
                <a:spcPct val="100000"/>
              </a:lnSpc>
              <a:spcBef>
                <a:spcPts val="1600"/>
              </a:spcBef>
              <a:spcAft>
                <a:spcPts val="0"/>
              </a:spcAft>
              <a:buSzPts val="1200"/>
              <a:buChar char="■"/>
              <a:defRPr sz="1200"/>
            </a:lvl6pPr>
            <a:lvl7pPr indent="-304800" lvl="6" marL="3200400" algn="l">
              <a:lnSpc>
                <a:spcPct val="100000"/>
              </a:lnSpc>
              <a:spcBef>
                <a:spcPts val="1600"/>
              </a:spcBef>
              <a:spcAft>
                <a:spcPts val="0"/>
              </a:spcAft>
              <a:buSzPts val="1200"/>
              <a:buChar char="●"/>
              <a:defRPr sz="1200"/>
            </a:lvl7pPr>
            <a:lvl8pPr indent="-304800" lvl="7" marL="3657600" algn="l">
              <a:lnSpc>
                <a:spcPct val="100000"/>
              </a:lnSpc>
              <a:spcBef>
                <a:spcPts val="1600"/>
              </a:spcBef>
              <a:spcAft>
                <a:spcPts val="0"/>
              </a:spcAft>
              <a:buSzPts val="1200"/>
              <a:buChar char="○"/>
              <a:defRPr sz="1200"/>
            </a:lvl8pPr>
            <a:lvl9pPr indent="-304800" lvl="8" marL="4114800" algn="l">
              <a:lnSpc>
                <a:spcPct val="100000"/>
              </a:lnSpc>
              <a:spcBef>
                <a:spcPts val="1600"/>
              </a:spcBef>
              <a:spcAft>
                <a:spcPts val="1600"/>
              </a:spcAft>
              <a:buSzPts val="1200"/>
              <a:buChar char="■"/>
              <a:defRPr sz="1200"/>
            </a:lvl9pPr>
          </a:lstStyle>
          <a:p/>
        </p:txBody>
      </p:sp>
      <p:grpSp>
        <p:nvGrpSpPr>
          <p:cNvPr id="1310" name="Google Shape;1310;p85"/>
          <p:cNvGrpSpPr/>
          <p:nvPr/>
        </p:nvGrpSpPr>
        <p:grpSpPr>
          <a:xfrm rot="10800000">
            <a:off x="7848403" y="-2001676"/>
            <a:ext cx="2577160" cy="2638568"/>
            <a:chOff x="-1115775" y="4467744"/>
            <a:chExt cx="2577160" cy="2638568"/>
          </a:xfrm>
        </p:grpSpPr>
        <p:sp>
          <p:nvSpPr>
            <p:cNvPr id="1311" name="Google Shape;1311;p85"/>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312" name="Google Shape;1312;p85"/>
            <p:cNvGrpSpPr/>
            <p:nvPr/>
          </p:nvGrpSpPr>
          <p:grpSpPr>
            <a:xfrm flipH="1" rot="5400000">
              <a:off x="-1115103" y="4529824"/>
              <a:ext cx="2575817" cy="2577160"/>
              <a:chOff x="1550275" y="1493275"/>
              <a:chExt cx="1582100" cy="1582925"/>
            </a:xfrm>
          </p:grpSpPr>
          <p:sp>
            <p:nvSpPr>
              <p:cNvPr id="1313" name="Google Shape;1313;p85"/>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14" name="Google Shape;1314;p85"/>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15" name="Google Shape;1315;p85"/>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16" name="Google Shape;1316;p85"/>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17" name="Google Shape;1317;p85"/>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18" name="Google Shape;1318;p85"/>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19" name="Google Shape;1319;p85"/>
              <p:cNvSpPr/>
              <p:nvPr/>
            </p:nvSpPr>
            <p:spPr>
              <a:xfrm>
                <a:off x="1710202" y="1684324"/>
                <a:ext cx="1148172" cy="113129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20" name="Google Shape;1320;p85"/>
              <p:cNvSpPr/>
              <p:nvPr/>
            </p:nvSpPr>
            <p:spPr>
              <a:xfrm>
                <a:off x="1755915" y="1767243"/>
                <a:ext cx="1186227" cy="1158031"/>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21" name="Google Shape;1321;p85"/>
              <p:cNvSpPr/>
              <p:nvPr/>
            </p:nvSpPr>
            <p:spPr>
              <a:xfrm>
                <a:off x="1883883" y="1863199"/>
                <a:ext cx="1128219" cy="1116995"/>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22" name="Google Shape;1322;p85"/>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23" name="Google Shape;1323;p85"/>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24" name="Google Shape;1324;p85"/>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25" name="Google Shape;1325;p85"/>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26" name="Google Shape;1326;p85"/>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327" name="Google Shape;1327;p85"/>
          <p:cNvGrpSpPr/>
          <p:nvPr/>
        </p:nvGrpSpPr>
        <p:grpSpPr>
          <a:xfrm flipH="1" rot="10800000">
            <a:off x="-1281563" y="-2090870"/>
            <a:ext cx="2744275" cy="2727763"/>
            <a:chOff x="5985575" y="4420825"/>
            <a:chExt cx="2744275" cy="2727763"/>
          </a:xfrm>
        </p:grpSpPr>
        <p:sp>
          <p:nvSpPr>
            <p:cNvPr id="1328" name="Google Shape;1328;p85"/>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329" name="Google Shape;1329;p85"/>
            <p:cNvGrpSpPr/>
            <p:nvPr/>
          </p:nvGrpSpPr>
          <p:grpSpPr>
            <a:xfrm flipH="1" rot="5400000">
              <a:off x="5986247" y="4572099"/>
              <a:ext cx="2575817" cy="2577160"/>
              <a:chOff x="1550275" y="1493275"/>
              <a:chExt cx="1582100" cy="1582925"/>
            </a:xfrm>
          </p:grpSpPr>
          <p:sp>
            <p:nvSpPr>
              <p:cNvPr id="1330" name="Google Shape;1330;p85"/>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31" name="Google Shape;1331;p85"/>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32" name="Google Shape;1332;p85"/>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33" name="Google Shape;1333;p85"/>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34" name="Google Shape;1334;p85"/>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35" name="Google Shape;1335;p85"/>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36" name="Google Shape;1336;p85"/>
              <p:cNvSpPr/>
              <p:nvPr/>
            </p:nvSpPr>
            <p:spPr>
              <a:xfrm>
                <a:off x="1710155" y="1684324"/>
                <a:ext cx="1148172" cy="1144001"/>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37" name="Google Shape;1337;p85"/>
              <p:cNvSpPr/>
              <p:nvPr/>
            </p:nvSpPr>
            <p:spPr>
              <a:xfrm>
                <a:off x="1819833" y="1767246"/>
                <a:ext cx="1122307" cy="1143432"/>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38" name="Google Shape;1338;p85"/>
              <p:cNvSpPr/>
              <p:nvPr/>
            </p:nvSpPr>
            <p:spPr>
              <a:xfrm>
                <a:off x="1929532" y="1863199"/>
                <a:ext cx="1082574" cy="1093237"/>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39" name="Google Shape;1339;p85"/>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40" name="Google Shape;1340;p85"/>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41" name="Google Shape;1341;p85"/>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42" name="Google Shape;1342;p85"/>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43" name="Google Shape;1343;p85"/>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1344" name="Shape 1344"/>
        <p:cNvGrpSpPr/>
        <p:nvPr/>
      </p:nvGrpSpPr>
      <p:grpSpPr>
        <a:xfrm>
          <a:off x="0" y="0"/>
          <a:ext cx="0" cy="0"/>
          <a:chOff x="0" y="0"/>
          <a:chExt cx="0" cy="0"/>
        </a:xfrm>
      </p:grpSpPr>
      <p:sp>
        <p:nvSpPr>
          <p:cNvPr id="1345" name="Google Shape;1345;p86"/>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1346" name="Google Shape;1346;p86"/>
          <p:cNvSpPr txBox="1"/>
          <p:nvPr>
            <p:ph idx="1" type="body"/>
          </p:nvPr>
        </p:nvSpPr>
        <p:spPr>
          <a:xfrm>
            <a:off x="799050" y="1668575"/>
            <a:ext cx="3607800" cy="2940000"/>
          </a:xfrm>
          <a:prstGeom prst="rect">
            <a:avLst/>
          </a:prstGeom>
          <a:noFill/>
          <a:ln>
            <a:noFill/>
          </a:ln>
        </p:spPr>
        <p:txBody>
          <a:bodyPr anchorCtr="0" anchor="t" bIns="91425" lIns="91425" spcFirstLastPara="1" rIns="91425" wrap="square" tIns="91425">
            <a:noAutofit/>
          </a:bodyPr>
          <a:lstStyle>
            <a:lvl1pPr indent="-311150" lvl="0" marL="457200" algn="l">
              <a:lnSpc>
                <a:spcPct val="100000"/>
              </a:lnSpc>
              <a:spcBef>
                <a:spcPts val="0"/>
              </a:spcBef>
              <a:spcAft>
                <a:spcPts val="0"/>
              </a:spcAft>
              <a:buSzPts val="13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1600"/>
              </a:spcBef>
              <a:spcAft>
                <a:spcPts val="0"/>
              </a:spcAft>
              <a:buSzPts val="1200"/>
              <a:buChar char="■"/>
              <a:defRPr sz="1200"/>
            </a:lvl3pPr>
            <a:lvl4pPr indent="-304800" lvl="3" marL="1828800" algn="l">
              <a:lnSpc>
                <a:spcPct val="100000"/>
              </a:lnSpc>
              <a:spcBef>
                <a:spcPts val="1600"/>
              </a:spcBef>
              <a:spcAft>
                <a:spcPts val="0"/>
              </a:spcAft>
              <a:buSzPts val="1200"/>
              <a:buChar char="●"/>
              <a:defRPr sz="1200"/>
            </a:lvl4pPr>
            <a:lvl5pPr indent="-304800" lvl="4" marL="2286000" algn="l">
              <a:lnSpc>
                <a:spcPct val="100000"/>
              </a:lnSpc>
              <a:spcBef>
                <a:spcPts val="1600"/>
              </a:spcBef>
              <a:spcAft>
                <a:spcPts val="0"/>
              </a:spcAft>
              <a:buSzPts val="1200"/>
              <a:buChar char="○"/>
              <a:defRPr sz="1200"/>
            </a:lvl5pPr>
            <a:lvl6pPr indent="-304800" lvl="5" marL="2743200" algn="l">
              <a:lnSpc>
                <a:spcPct val="100000"/>
              </a:lnSpc>
              <a:spcBef>
                <a:spcPts val="1600"/>
              </a:spcBef>
              <a:spcAft>
                <a:spcPts val="0"/>
              </a:spcAft>
              <a:buSzPts val="1200"/>
              <a:buChar char="■"/>
              <a:defRPr sz="1200"/>
            </a:lvl6pPr>
            <a:lvl7pPr indent="-304800" lvl="6" marL="3200400" algn="l">
              <a:lnSpc>
                <a:spcPct val="100000"/>
              </a:lnSpc>
              <a:spcBef>
                <a:spcPts val="1600"/>
              </a:spcBef>
              <a:spcAft>
                <a:spcPts val="0"/>
              </a:spcAft>
              <a:buSzPts val="1200"/>
              <a:buChar char="●"/>
              <a:defRPr sz="1200"/>
            </a:lvl7pPr>
            <a:lvl8pPr indent="-304800" lvl="7" marL="3657600" algn="l">
              <a:lnSpc>
                <a:spcPct val="100000"/>
              </a:lnSpc>
              <a:spcBef>
                <a:spcPts val="1600"/>
              </a:spcBef>
              <a:spcAft>
                <a:spcPts val="0"/>
              </a:spcAft>
              <a:buSzPts val="1200"/>
              <a:buChar char="○"/>
              <a:defRPr sz="1200"/>
            </a:lvl8pPr>
            <a:lvl9pPr indent="-304800" lvl="8" marL="4114800" algn="l">
              <a:lnSpc>
                <a:spcPct val="100000"/>
              </a:lnSpc>
              <a:spcBef>
                <a:spcPts val="1600"/>
              </a:spcBef>
              <a:spcAft>
                <a:spcPts val="1600"/>
              </a:spcAft>
              <a:buSzPts val="1200"/>
              <a:buChar char="■"/>
              <a:defRPr sz="1200"/>
            </a:lvl9pPr>
          </a:lstStyle>
          <a:p/>
        </p:txBody>
      </p:sp>
      <p:sp>
        <p:nvSpPr>
          <p:cNvPr id="1347" name="Google Shape;1347;p86"/>
          <p:cNvSpPr txBox="1"/>
          <p:nvPr>
            <p:ph idx="2" type="body"/>
          </p:nvPr>
        </p:nvSpPr>
        <p:spPr>
          <a:xfrm>
            <a:off x="4737150" y="1668575"/>
            <a:ext cx="3607800" cy="2940000"/>
          </a:xfrm>
          <a:prstGeom prst="rect">
            <a:avLst/>
          </a:prstGeom>
          <a:noFill/>
          <a:ln>
            <a:noFill/>
          </a:ln>
        </p:spPr>
        <p:txBody>
          <a:bodyPr anchorCtr="0" anchor="t" bIns="91425" lIns="91425" spcFirstLastPara="1" rIns="91425" wrap="square" tIns="91425">
            <a:noAutofit/>
          </a:bodyPr>
          <a:lstStyle>
            <a:lvl1pPr indent="-311150" lvl="0" marL="457200" algn="l">
              <a:lnSpc>
                <a:spcPct val="100000"/>
              </a:lnSpc>
              <a:spcBef>
                <a:spcPts val="0"/>
              </a:spcBef>
              <a:spcAft>
                <a:spcPts val="0"/>
              </a:spcAft>
              <a:buSzPts val="13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1600"/>
              </a:spcBef>
              <a:spcAft>
                <a:spcPts val="0"/>
              </a:spcAft>
              <a:buSzPts val="1200"/>
              <a:buChar char="■"/>
              <a:defRPr sz="1200"/>
            </a:lvl3pPr>
            <a:lvl4pPr indent="-304800" lvl="3" marL="1828800" algn="l">
              <a:lnSpc>
                <a:spcPct val="100000"/>
              </a:lnSpc>
              <a:spcBef>
                <a:spcPts val="1600"/>
              </a:spcBef>
              <a:spcAft>
                <a:spcPts val="0"/>
              </a:spcAft>
              <a:buSzPts val="1200"/>
              <a:buChar char="●"/>
              <a:defRPr sz="1200"/>
            </a:lvl4pPr>
            <a:lvl5pPr indent="-304800" lvl="4" marL="2286000" algn="l">
              <a:lnSpc>
                <a:spcPct val="100000"/>
              </a:lnSpc>
              <a:spcBef>
                <a:spcPts val="1600"/>
              </a:spcBef>
              <a:spcAft>
                <a:spcPts val="0"/>
              </a:spcAft>
              <a:buSzPts val="1200"/>
              <a:buChar char="○"/>
              <a:defRPr sz="1200"/>
            </a:lvl5pPr>
            <a:lvl6pPr indent="-304800" lvl="5" marL="2743200" algn="l">
              <a:lnSpc>
                <a:spcPct val="100000"/>
              </a:lnSpc>
              <a:spcBef>
                <a:spcPts val="1600"/>
              </a:spcBef>
              <a:spcAft>
                <a:spcPts val="0"/>
              </a:spcAft>
              <a:buSzPts val="1200"/>
              <a:buChar char="■"/>
              <a:defRPr sz="1200"/>
            </a:lvl6pPr>
            <a:lvl7pPr indent="-304800" lvl="6" marL="3200400" algn="l">
              <a:lnSpc>
                <a:spcPct val="100000"/>
              </a:lnSpc>
              <a:spcBef>
                <a:spcPts val="1600"/>
              </a:spcBef>
              <a:spcAft>
                <a:spcPts val="0"/>
              </a:spcAft>
              <a:buSzPts val="1200"/>
              <a:buChar char="●"/>
              <a:defRPr sz="1200"/>
            </a:lvl7pPr>
            <a:lvl8pPr indent="-304800" lvl="7" marL="3657600" algn="l">
              <a:lnSpc>
                <a:spcPct val="100000"/>
              </a:lnSpc>
              <a:spcBef>
                <a:spcPts val="1600"/>
              </a:spcBef>
              <a:spcAft>
                <a:spcPts val="0"/>
              </a:spcAft>
              <a:buSzPts val="1200"/>
              <a:buChar char="○"/>
              <a:defRPr sz="1200"/>
            </a:lvl8pPr>
            <a:lvl9pPr indent="-304800" lvl="8" marL="4114800" algn="l">
              <a:lnSpc>
                <a:spcPct val="100000"/>
              </a:lnSpc>
              <a:spcBef>
                <a:spcPts val="1600"/>
              </a:spcBef>
              <a:spcAft>
                <a:spcPts val="1600"/>
              </a:spcAft>
              <a:buSzPts val="1200"/>
              <a:buChar char="■"/>
              <a:defRPr sz="1200"/>
            </a:lvl9pPr>
          </a:lstStyle>
          <a:p/>
        </p:txBody>
      </p:sp>
      <p:sp>
        <p:nvSpPr>
          <p:cNvPr id="1348" name="Google Shape;1348;p86"/>
          <p:cNvSpPr txBox="1"/>
          <p:nvPr>
            <p:ph idx="3" type="subTitle"/>
          </p:nvPr>
        </p:nvSpPr>
        <p:spPr>
          <a:xfrm>
            <a:off x="713250" y="1236325"/>
            <a:ext cx="7717500" cy="384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3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grpSp>
        <p:nvGrpSpPr>
          <p:cNvPr id="1349" name="Google Shape;1349;p86"/>
          <p:cNvGrpSpPr/>
          <p:nvPr/>
        </p:nvGrpSpPr>
        <p:grpSpPr>
          <a:xfrm flipH="1" rot="10800000">
            <a:off x="-1251039" y="-2106155"/>
            <a:ext cx="2577160" cy="2638568"/>
            <a:chOff x="-1115775" y="4467744"/>
            <a:chExt cx="2577160" cy="2638568"/>
          </a:xfrm>
        </p:grpSpPr>
        <p:sp>
          <p:nvSpPr>
            <p:cNvPr id="1350" name="Google Shape;1350;p86"/>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351" name="Google Shape;1351;p86"/>
            <p:cNvGrpSpPr/>
            <p:nvPr/>
          </p:nvGrpSpPr>
          <p:grpSpPr>
            <a:xfrm flipH="1" rot="5400000">
              <a:off x="-1115103" y="4529824"/>
              <a:ext cx="2575817" cy="2577160"/>
              <a:chOff x="1550275" y="1493275"/>
              <a:chExt cx="1582100" cy="1582925"/>
            </a:xfrm>
          </p:grpSpPr>
          <p:sp>
            <p:nvSpPr>
              <p:cNvPr id="1352" name="Google Shape;1352;p86"/>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53" name="Google Shape;1353;p86"/>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54" name="Google Shape;1354;p86"/>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55" name="Google Shape;1355;p86"/>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56" name="Google Shape;1356;p86"/>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57" name="Google Shape;1357;p86"/>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58" name="Google Shape;1358;p86"/>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59" name="Google Shape;1359;p86"/>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60" name="Google Shape;1360;p86"/>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61" name="Google Shape;1361;p86"/>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62" name="Google Shape;1362;p86"/>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63" name="Google Shape;1363;p86"/>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64" name="Google Shape;1364;p86"/>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65" name="Google Shape;1365;p86"/>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366" name="Google Shape;1366;p86"/>
          <p:cNvGrpSpPr/>
          <p:nvPr/>
        </p:nvGrpSpPr>
        <p:grpSpPr>
          <a:xfrm flipH="1">
            <a:off x="7817886" y="4655919"/>
            <a:ext cx="2577160" cy="2638568"/>
            <a:chOff x="-1115775" y="4467744"/>
            <a:chExt cx="2577160" cy="2638568"/>
          </a:xfrm>
        </p:grpSpPr>
        <p:sp>
          <p:nvSpPr>
            <p:cNvPr id="1367" name="Google Shape;1367;p86"/>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368" name="Google Shape;1368;p86"/>
            <p:cNvGrpSpPr/>
            <p:nvPr/>
          </p:nvGrpSpPr>
          <p:grpSpPr>
            <a:xfrm flipH="1" rot="5400000">
              <a:off x="-1115103" y="4529824"/>
              <a:ext cx="2575817" cy="2577160"/>
              <a:chOff x="1550275" y="1493275"/>
              <a:chExt cx="1582100" cy="1582925"/>
            </a:xfrm>
          </p:grpSpPr>
          <p:sp>
            <p:nvSpPr>
              <p:cNvPr id="1369" name="Google Shape;1369;p86"/>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70" name="Google Shape;1370;p86"/>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71" name="Google Shape;1371;p86"/>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72" name="Google Shape;1372;p86"/>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73" name="Google Shape;1373;p86"/>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74" name="Google Shape;1374;p86"/>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75" name="Google Shape;1375;p86"/>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76" name="Google Shape;1376;p86"/>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77" name="Google Shape;1377;p86"/>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78" name="Google Shape;1378;p86"/>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79" name="Google Shape;1379;p86"/>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80" name="Google Shape;1380;p86"/>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81" name="Google Shape;1381;p86"/>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82" name="Google Shape;1382;p86"/>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1383" name="Shape 1383"/>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84" name="Shape 1384"/>
        <p:cNvGrpSpPr/>
        <p:nvPr/>
      </p:nvGrpSpPr>
      <p:grpSpPr>
        <a:xfrm>
          <a:off x="0" y="0"/>
          <a:ext cx="0" cy="0"/>
          <a:chOff x="0" y="0"/>
          <a:chExt cx="0" cy="0"/>
        </a:xfrm>
      </p:grpSpPr>
      <p:grpSp>
        <p:nvGrpSpPr>
          <p:cNvPr id="1385" name="Google Shape;1385;p91"/>
          <p:cNvGrpSpPr/>
          <p:nvPr/>
        </p:nvGrpSpPr>
        <p:grpSpPr>
          <a:xfrm flipH="1" rot="-5400000">
            <a:off x="3437125" y="4622177"/>
            <a:ext cx="2744275" cy="2727763"/>
            <a:chOff x="5985575" y="4420825"/>
            <a:chExt cx="2744275" cy="2727763"/>
          </a:xfrm>
        </p:grpSpPr>
        <p:sp>
          <p:nvSpPr>
            <p:cNvPr id="1386" name="Google Shape;1386;p91"/>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387" name="Google Shape;1387;p91"/>
            <p:cNvGrpSpPr/>
            <p:nvPr/>
          </p:nvGrpSpPr>
          <p:grpSpPr>
            <a:xfrm flipH="1" rot="5400000">
              <a:off x="5986247" y="4572099"/>
              <a:ext cx="2575817" cy="2577160"/>
              <a:chOff x="1550275" y="1493275"/>
              <a:chExt cx="1582100" cy="1582925"/>
            </a:xfrm>
          </p:grpSpPr>
          <p:sp>
            <p:nvSpPr>
              <p:cNvPr id="1388" name="Google Shape;1388;p9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89" name="Google Shape;1389;p9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90" name="Google Shape;1390;p9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91" name="Google Shape;1391;p9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92" name="Google Shape;1392;p9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93" name="Google Shape;1393;p9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94" name="Google Shape;1394;p91"/>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95" name="Google Shape;1395;p91"/>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96" name="Google Shape;1396;p91"/>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97" name="Google Shape;1397;p9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98" name="Google Shape;1398;p9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99" name="Google Shape;1399;p9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00" name="Google Shape;1400;p9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01" name="Google Shape;1401;p9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402" name="Google Shape;1402;p91"/>
          <p:cNvGrpSpPr/>
          <p:nvPr/>
        </p:nvGrpSpPr>
        <p:grpSpPr>
          <a:xfrm flipH="1">
            <a:off x="-1281575" y="-2213574"/>
            <a:ext cx="2744275" cy="2727763"/>
            <a:chOff x="5985575" y="4420825"/>
            <a:chExt cx="2744275" cy="2727763"/>
          </a:xfrm>
        </p:grpSpPr>
        <p:sp>
          <p:nvSpPr>
            <p:cNvPr id="1403" name="Google Shape;1403;p91"/>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404" name="Google Shape;1404;p91"/>
            <p:cNvGrpSpPr/>
            <p:nvPr/>
          </p:nvGrpSpPr>
          <p:grpSpPr>
            <a:xfrm flipH="1" rot="5400000">
              <a:off x="5986247" y="4572099"/>
              <a:ext cx="2575817" cy="2577160"/>
              <a:chOff x="1550275" y="1493275"/>
              <a:chExt cx="1582100" cy="1582925"/>
            </a:xfrm>
          </p:grpSpPr>
          <p:sp>
            <p:nvSpPr>
              <p:cNvPr id="1405" name="Google Shape;1405;p9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06" name="Google Shape;1406;p9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07" name="Google Shape;1407;p9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08" name="Google Shape;1408;p9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09" name="Google Shape;1409;p9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10" name="Google Shape;1410;p9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11" name="Google Shape;1411;p91"/>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12" name="Google Shape;1412;p91"/>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13" name="Google Shape;1413;p91"/>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14" name="Google Shape;1414;p9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15" name="Google Shape;1415;p9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16" name="Google Shape;1416;p9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17" name="Google Shape;1417;p9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18" name="Google Shape;1418;p9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419" name="Google Shape;1419;p91"/>
          <p:cNvGrpSpPr/>
          <p:nvPr/>
        </p:nvGrpSpPr>
        <p:grpSpPr>
          <a:xfrm rot="10800000">
            <a:off x="7848411" y="-1968493"/>
            <a:ext cx="2577160" cy="2638568"/>
            <a:chOff x="-1115775" y="4467744"/>
            <a:chExt cx="2577160" cy="2638568"/>
          </a:xfrm>
        </p:grpSpPr>
        <p:sp>
          <p:nvSpPr>
            <p:cNvPr id="1420" name="Google Shape;1420;p91"/>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421" name="Google Shape;1421;p91"/>
            <p:cNvGrpSpPr/>
            <p:nvPr/>
          </p:nvGrpSpPr>
          <p:grpSpPr>
            <a:xfrm flipH="1" rot="5400000">
              <a:off x="-1115103" y="4529824"/>
              <a:ext cx="2575817" cy="2577160"/>
              <a:chOff x="1550275" y="1493275"/>
              <a:chExt cx="1582100" cy="1582925"/>
            </a:xfrm>
          </p:grpSpPr>
          <p:sp>
            <p:nvSpPr>
              <p:cNvPr id="1422" name="Google Shape;1422;p9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23" name="Google Shape;1423;p9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24" name="Google Shape;1424;p9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25" name="Google Shape;1425;p9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26" name="Google Shape;1426;p9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27" name="Google Shape;1427;p9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28" name="Google Shape;1428;p91"/>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29" name="Google Shape;1429;p91"/>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30" name="Google Shape;1430;p91"/>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31" name="Google Shape;1431;p9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32" name="Google Shape;1432;p9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33" name="Google Shape;1433;p9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34" name="Google Shape;1434;p9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35" name="Google Shape;1435;p9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
    <p:spTree>
      <p:nvGrpSpPr>
        <p:cNvPr id="1436" name="Shape 1436"/>
        <p:cNvGrpSpPr/>
        <p:nvPr/>
      </p:nvGrpSpPr>
      <p:grpSpPr>
        <a:xfrm>
          <a:off x="0" y="0"/>
          <a:ext cx="0" cy="0"/>
          <a:chOff x="0" y="0"/>
          <a:chExt cx="0" cy="0"/>
        </a:xfrm>
      </p:grpSpPr>
      <p:grpSp>
        <p:nvGrpSpPr>
          <p:cNvPr id="1437" name="Google Shape;1437;p92"/>
          <p:cNvGrpSpPr/>
          <p:nvPr/>
        </p:nvGrpSpPr>
        <p:grpSpPr>
          <a:xfrm flipH="1" rot="-5400000">
            <a:off x="-1377025" y="4468677"/>
            <a:ext cx="2744275" cy="2727763"/>
            <a:chOff x="5985575" y="4420825"/>
            <a:chExt cx="2744275" cy="2727763"/>
          </a:xfrm>
        </p:grpSpPr>
        <p:sp>
          <p:nvSpPr>
            <p:cNvPr id="1438" name="Google Shape;1438;p92"/>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439" name="Google Shape;1439;p92"/>
            <p:cNvGrpSpPr/>
            <p:nvPr/>
          </p:nvGrpSpPr>
          <p:grpSpPr>
            <a:xfrm flipH="1" rot="5400000">
              <a:off x="5986247" y="4572099"/>
              <a:ext cx="2575817" cy="2577160"/>
              <a:chOff x="1550275" y="1493275"/>
              <a:chExt cx="1582100" cy="1582925"/>
            </a:xfrm>
          </p:grpSpPr>
          <p:sp>
            <p:nvSpPr>
              <p:cNvPr id="1440" name="Google Shape;1440;p9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41" name="Google Shape;1441;p9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42" name="Google Shape;1442;p9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43" name="Google Shape;1443;p9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44" name="Google Shape;1444;p9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45" name="Google Shape;1445;p9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46" name="Google Shape;1446;p92"/>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47" name="Google Shape;1447;p92"/>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48" name="Google Shape;1448;p92"/>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49" name="Google Shape;1449;p9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50" name="Google Shape;1450;p9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51" name="Google Shape;1451;p9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52" name="Google Shape;1452;p9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53" name="Google Shape;1453;p9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454" name="Google Shape;1454;p92"/>
          <p:cNvGrpSpPr/>
          <p:nvPr/>
        </p:nvGrpSpPr>
        <p:grpSpPr>
          <a:xfrm flipH="1" rot="5400000">
            <a:off x="7919576" y="-2205474"/>
            <a:ext cx="2744275" cy="2727763"/>
            <a:chOff x="5985575" y="4420825"/>
            <a:chExt cx="2744275" cy="2727763"/>
          </a:xfrm>
        </p:grpSpPr>
        <p:sp>
          <p:nvSpPr>
            <p:cNvPr id="1455" name="Google Shape;1455;p92"/>
            <p:cNvSpPr/>
            <p:nvPr/>
          </p:nvSpPr>
          <p:spPr>
            <a:xfrm>
              <a:off x="6115050" y="4420825"/>
              <a:ext cx="2614800" cy="25998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456" name="Google Shape;1456;p92"/>
            <p:cNvGrpSpPr/>
            <p:nvPr/>
          </p:nvGrpSpPr>
          <p:grpSpPr>
            <a:xfrm flipH="1" rot="5400000">
              <a:off x="5986247" y="4572099"/>
              <a:ext cx="2575817" cy="2577160"/>
              <a:chOff x="1550275" y="1493275"/>
              <a:chExt cx="1582100" cy="1582925"/>
            </a:xfrm>
          </p:grpSpPr>
          <p:sp>
            <p:nvSpPr>
              <p:cNvPr id="1457" name="Google Shape;1457;p9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58" name="Google Shape;1458;p9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59" name="Google Shape;1459;p9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60" name="Google Shape;1460;p9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61" name="Google Shape;1461;p9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62" name="Google Shape;1462;p9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63" name="Google Shape;1463;p92"/>
              <p:cNvSpPr/>
              <p:nvPr/>
            </p:nvSpPr>
            <p:spPr>
              <a:xfrm>
                <a:off x="1724445" y="1684323"/>
                <a:ext cx="1133953" cy="1137555"/>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64" name="Google Shape;1464;p92"/>
              <p:cNvSpPr/>
              <p:nvPr/>
            </p:nvSpPr>
            <p:spPr>
              <a:xfrm>
                <a:off x="1802230" y="1767248"/>
                <a:ext cx="1139947" cy="112845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65" name="Google Shape;1465;p92"/>
              <p:cNvSpPr/>
              <p:nvPr/>
            </p:nvSpPr>
            <p:spPr>
              <a:xfrm>
                <a:off x="1902777" y="1863204"/>
                <a:ext cx="1109325" cy="1105584"/>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66" name="Google Shape;1466;p9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67" name="Google Shape;1467;p9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68" name="Google Shape;1468;p9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69" name="Google Shape;1469;p9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70" name="Google Shape;1470;p9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471" name="Google Shape;1471;p92"/>
          <p:cNvGrpSpPr/>
          <p:nvPr/>
        </p:nvGrpSpPr>
        <p:grpSpPr>
          <a:xfrm flipH="1">
            <a:off x="7927836" y="4405881"/>
            <a:ext cx="2577160" cy="2638568"/>
            <a:chOff x="-1115775" y="4467744"/>
            <a:chExt cx="2577160" cy="2638568"/>
          </a:xfrm>
        </p:grpSpPr>
        <p:sp>
          <p:nvSpPr>
            <p:cNvPr id="1472" name="Google Shape;1472;p92"/>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473" name="Google Shape;1473;p92"/>
            <p:cNvGrpSpPr/>
            <p:nvPr/>
          </p:nvGrpSpPr>
          <p:grpSpPr>
            <a:xfrm flipH="1" rot="5400000">
              <a:off x="-1115103" y="4529824"/>
              <a:ext cx="2575817" cy="2577160"/>
              <a:chOff x="1550275" y="1493275"/>
              <a:chExt cx="1582100" cy="1582925"/>
            </a:xfrm>
          </p:grpSpPr>
          <p:sp>
            <p:nvSpPr>
              <p:cNvPr id="1474" name="Google Shape;1474;p9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75" name="Google Shape;1475;p9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76" name="Google Shape;1476;p9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77" name="Google Shape;1477;p9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78" name="Google Shape;1478;p9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79" name="Google Shape;1479;p9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80" name="Google Shape;1480;p92"/>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81" name="Google Shape;1481;p92"/>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82" name="Google Shape;1482;p92"/>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83" name="Google Shape;1483;p9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84" name="Google Shape;1484;p9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85" name="Google Shape;1485;p9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86" name="Google Shape;1486;p9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87" name="Google Shape;1487;p9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488" name="Google Shape;1488;p92"/>
          <p:cNvGrpSpPr/>
          <p:nvPr/>
        </p:nvGrpSpPr>
        <p:grpSpPr>
          <a:xfrm flipH="1" rot="10800000">
            <a:off x="-1141064" y="-2002418"/>
            <a:ext cx="2577160" cy="2638568"/>
            <a:chOff x="-1115775" y="4467744"/>
            <a:chExt cx="2577160" cy="2638568"/>
          </a:xfrm>
        </p:grpSpPr>
        <p:sp>
          <p:nvSpPr>
            <p:cNvPr id="1489" name="Google Shape;1489;p92"/>
            <p:cNvSpPr/>
            <p:nvPr/>
          </p:nvSpPr>
          <p:spPr>
            <a:xfrm>
              <a:off x="-961762" y="4467744"/>
              <a:ext cx="1751700" cy="17517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1490" name="Google Shape;1490;p92"/>
            <p:cNvGrpSpPr/>
            <p:nvPr/>
          </p:nvGrpSpPr>
          <p:grpSpPr>
            <a:xfrm flipH="1" rot="5400000">
              <a:off x="-1115103" y="4529824"/>
              <a:ext cx="2575817" cy="2577160"/>
              <a:chOff x="1550275" y="1493275"/>
              <a:chExt cx="1582100" cy="1582925"/>
            </a:xfrm>
          </p:grpSpPr>
          <p:sp>
            <p:nvSpPr>
              <p:cNvPr id="1491" name="Google Shape;1491;p9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92" name="Google Shape;1492;p9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93" name="Google Shape;1493;p9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94" name="Google Shape;1494;p9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95" name="Google Shape;1495;p9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96" name="Google Shape;1496;p9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97" name="Google Shape;1497;p92"/>
              <p:cNvSpPr/>
              <p:nvPr/>
            </p:nvSpPr>
            <p:spPr>
              <a:xfrm>
                <a:off x="1710100" y="1684329"/>
                <a:ext cx="1148362" cy="1145328"/>
              </a:xfrm>
              <a:custGeom>
                <a:rect b="b" l="l" r="r" t="t"/>
                <a:pathLst>
                  <a:path extrusionOk="0" fill="none" h="75837" w="75837">
                    <a:moveTo>
                      <a:pt x="1" y="75836"/>
                    </a:moveTo>
                    <a:lnTo>
                      <a:pt x="75837"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98" name="Google Shape;1498;p92"/>
              <p:cNvSpPr/>
              <p:nvPr/>
            </p:nvSpPr>
            <p:spPr>
              <a:xfrm>
                <a:off x="1828936" y="1767251"/>
                <a:ext cx="1113203" cy="1126369"/>
              </a:xfrm>
              <a:custGeom>
                <a:rect b="b" l="l" r="r" t="t"/>
                <a:pathLst>
                  <a:path extrusionOk="0" fill="none" h="75837" w="75870">
                    <a:moveTo>
                      <a:pt x="1" y="75836"/>
                    </a:moveTo>
                    <a:lnTo>
                      <a:pt x="75869" y="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99" name="Google Shape;1499;p92"/>
              <p:cNvSpPr/>
              <p:nvPr/>
            </p:nvSpPr>
            <p:spPr>
              <a:xfrm>
                <a:off x="1929499" y="1863204"/>
                <a:ext cx="1082574" cy="1112692"/>
              </a:xfrm>
              <a:custGeom>
                <a:rect b="b" l="l" r="r" t="t"/>
                <a:pathLst>
                  <a:path extrusionOk="0" fill="none" h="74828" w="74828">
                    <a:moveTo>
                      <a:pt x="0" y="74828"/>
                    </a:moveTo>
                    <a:lnTo>
                      <a:pt x="74828" y="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00" name="Google Shape;1500;p9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01" name="Google Shape;1501;p9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02" name="Google Shape;1502;p9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03" name="Google Shape;1503;p9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04" name="Google Shape;1504;p9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lt2"/>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8"/>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dk1"/>
              </a:buClr>
              <a:buSzPts val="3200"/>
              <a:buFont typeface="Manrope Medium"/>
              <a:buNone/>
              <a:defRPr b="0" i="0" sz="3200" u="none" cap="none" strike="noStrike">
                <a:solidFill>
                  <a:schemeClr val="dk1"/>
                </a:solidFill>
                <a:latin typeface="Manrope Medium"/>
                <a:ea typeface="Manrope Medium"/>
                <a:cs typeface="Manrope Medium"/>
                <a:sym typeface="Manrope Medium"/>
              </a:defRPr>
            </a:lvl1pPr>
            <a:lvl2pPr lvl="1" marR="0" rtl="0" algn="ctr">
              <a:lnSpc>
                <a:spcPct val="100000"/>
              </a:lnSpc>
              <a:spcBef>
                <a:spcPts val="0"/>
              </a:spcBef>
              <a:spcAft>
                <a:spcPts val="0"/>
              </a:spcAft>
              <a:buClr>
                <a:schemeClr val="dk1"/>
              </a:buClr>
              <a:buSzPts val="3200"/>
              <a:buFont typeface="Manrope Medium"/>
              <a:buNone/>
              <a:defRPr b="0" i="0" sz="3200" u="none" cap="none" strike="noStrike">
                <a:solidFill>
                  <a:schemeClr val="dk1"/>
                </a:solidFill>
                <a:latin typeface="Manrope Medium"/>
                <a:ea typeface="Manrope Medium"/>
                <a:cs typeface="Manrope Medium"/>
                <a:sym typeface="Manrope Medium"/>
              </a:defRPr>
            </a:lvl2pPr>
            <a:lvl3pPr lvl="2" marR="0" rtl="0" algn="ctr">
              <a:lnSpc>
                <a:spcPct val="100000"/>
              </a:lnSpc>
              <a:spcBef>
                <a:spcPts val="0"/>
              </a:spcBef>
              <a:spcAft>
                <a:spcPts val="0"/>
              </a:spcAft>
              <a:buClr>
                <a:schemeClr val="dk1"/>
              </a:buClr>
              <a:buSzPts val="3200"/>
              <a:buFont typeface="Manrope Medium"/>
              <a:buNone/>
              <a:defRPr b="0" i="0" sz="3200" u="none" cap="none" strike="noStrike">
                <a:solidFill>
                  <a:schemeClr val="dk1"/>
                </a:solidFill>
                <a:latin typeface="Manrope Medium"/>
                <a:ea typeface="Manrope Medium"/>
                <a:cs typeface="Manrope Medium"/>
                <a:sym typeface="Manrope Medium"/>
              </a:defRPr>
            </a:lvl3pPr>
            <a:lvl4pPr lvl="3" marR="0" rtl="0" algn="ctr">
              <a:lnSpc>
                <a:spcPct val="100000"/>
              </a:lnSpc>
              <a:spcBef>
                <a:spcPts val="0"/>
              </a:spcBef>
              <a:spcAft>
                <a:spcPts val="0"/>
              </a:spcAft>
              <a:buClr>
                <a:schemeClr val="dk1"/>
              </a:buClr>
              <a:buSzPts val="3200"/>
              <a:buFont typeface="Manrope Medium"/>
              <a:buNone/>
              <a:defRPr b="0" i="0" sz="3200" u="none" cap="none" strike="noStrike">
                <a:solidFill>
                  <a:schemeClr val="dk1"/>
                </a:solidFill>
                <a:latin typeface="Manrope Medium"/>
                <a:ea typeface="Manrope Medium"/>
                <a:cs typeface="Manrope Medium"/>
                <a:sym typeface="Manrope Medium"/>
              </a:defRPr>
            </a:lvl4pPr>
            <a:lvl5pPr lvl="4" marR="0" rtl="0" algn="ctr">
              <a:lnSpc>
                <a:spcPct val="100000"/>
              </a:lnSpc>
              <a:spcBef>
                <a:spcPts val="0"/>
              </a:spcBef>
              <a:spcAft>
                <a:spcPts val="0"/>
              </a:spcAft>
              <a:buClr>
                <a:schemeClr val="dk1"/>
              </a:buClr>
              <a:buSzPts val="3200"/>
              <a:buFont typeface="Manrope Medium"/>
              <a:buNone/>
              <a:defRPr b="0" i="0" sz="3200" u="none" cap="none" strike="noStrike">
                <a:solidFill>
                  <a:schemeClr val="dk1"/>
                </a:solidFill>
                <a:latin typeface="Manrope Medium"/>
                <a:ea typeface="Manrope Medium"/>
                <a:cs typeface="Manrope Medium"/>
                <a:sym typeface="Manrope Medium"/>
              </a:defRPr>
            </a:lvl5pPr>
            <a:lvl6pPr lvl="5" marR="0" rtl="0" algn="ctr">
              <a:lnSpc>
                <a:spcPct val="100000"/>
              </a:lnSpc>
              <a:spcBef>
                <a:spcPts val="0"/>
              </a:spcBef>
              <a:spcAft>
                <a:spcPts val="0"/>
              </a:spcAft>
              <a:buClr>
                <a:schemeClr val="dk1"/>
              </a:buClr>
              <a:buSzPts val="3200"/>
              <a:buFont typeface="Manrope Medium"/>
              <a:buNone/>
              <a:defRPr b="0" i="0" sz="3200" u="none" cap="none" strike="noStrike">
                <a:solidFill>
                  <a:schemeClr val="dk1"/>
                </a:solidFill>
                <a:latin typeface="Manrope Medium"/>
                <a:ea typeface="Manrope Medium"/>
                <a:cs typeface="Manrope Medium"/>
                <a:sym typeface="Manrope Medium"/>
              </a:defRPr>
            </a:lvl6pPr>
            <a:lvl7pPr lvl="6" marR="0" rtl="0" algn="ctr">
              <a:lnSpc>
                <a:spcPct val="100000"/>
              </a:lnSpc>
              <a:spcBef>
                <a:spcPts val="0"/>
              </a:spcBef>
              <a:spcAft>
                <a:spcPts val="0"/>
              </a:spcAft>
              <a:buClr>
                <a:schemeClr val="dk1"/>
              </a:buClr>
              <a:buSzPts val="3200"/>
              <a:buFont typeface="Manrope Medium"/>
              <a:buNone/>
              <a:defRPr b="0" i="0" sz="3200" u="none" cap="none" strike="noStrike">
                <a:solidFill>
                  <a:schemeClr val="dk1"/>
                </a:solidFill>
                <a:latin typeface="Manrope Medium"/>
                <a:ea typeface="Manrope Medium"/>
                <a:cs typeface="Manrope Medium"/>
                <a:sym typeface="Manrope Medium"/>
              </a:defRPr>
            </a:lvl7pPr>
            <a:lvl8pPr lvl="7" marR="0" rtl="0" algn="ctr">
              <a:lnSpc>
                <a:spcPct val="100000"/>
              </a:lnSpc>
              <a:spcBef>
                <a:spcPts val="0"/>
              </a:spcBef>
              <a:spcAft>
                <a:spcPts val="0"/>
              </a:spcAft>
              <a:buClr>
                <a:schemeClr val="dk1"/>
              </a:buClr>
              <a:buSzPts val="3200"/>
              <a:buFont typeface="Manrope Medium"/>
              <a:buNone/>
              <a:defRPr b="0" i="0" sz="3200" u="none" cap="none" strike="noStrike">
                <a:solidFill>
                  <a:schemeClr val="dk1"/>
                </a:solidFill>
                <a:latin typeface="Manrope Medium"/>
                <a:ea typeface="Manrope Medium"/>
                <a:cs typeface="Manrope Medium"/>
                <a:sym typeface="Manrope Medium"/>
              </a:defRPr>
            </a:lvl8pPr>
            <a:lvl9pPr lvl="8" marR="0" rtl="0" algn="ctr">
              <a:lnSpc>
                <a:spcPct val="100000"/>
              </a:lnSpc>
              <a:spcBef>
                <a:spcPts val="0"/>
              </a:spcBef>
              <a:spcAft>
                <a:spcPts val="0"/>
              </a:spcAft>
              <a:buClr>
                <a:schemeClr val="dk1"/>
              </a:buClr>
              <a:buSzPts val="3200"/>
              <a:buFont typeface="Manrope Medium"/>
              <a:buNone/>
              <a:defRPr b="0" i="0" sz="3200" u="none" cap="none" strike="noStrike">
                <a:solidFill>
                  <a:schemeClr val="dk1"/>
                </a:solidFill>
                <a:latin typeface="Manrope Medium"/>
                <a:ea typeface="Manrope Medium"/>
                <a:cs typeface="Manrope Medium"/>
                <a:sym typeface="Manrope Medium"/>
              </a:defRPr>
            </a:lvl9pPr>
          </a:lstStyle>
          <a:p/>
        </p:txBody>
      </p:sp>
      <p:sp>
        <p:nvSpPr>
          <p:cNvPr id="7" name="Google Shape;7;p58"/>
          <p:cNvSpPr txBox="1"/>
          <p:nvPr>
            <p:ph idx="1" type="body"/>
          </p:nvPr>
        </p:nvSpPr>
        <p:spPr>
          <a:xfrm>
            <a:off x="713225" y="1297400"/>
            <a:ext cx="7717500" cy="33111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1pPr>
            <a:lvl2pPr indent="-304800" lvl="1" marL="914400" marR="0" rtl="0" algn="l">
              <a:lnSpc>
                <a:spcPct val="100000"/>
              </a:lnSpc>
              <a:spcBef>
                <a:spcPts val="160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2pPr>
            <a:lvl3pPr indent="-304800" lvl="2" marL="1371600" marR="0" rtl="0" algn="l">
              <a:lnSpc>
                <a:spcPct val="100000"/>
              </a:lnSpc>
              <a:spcBef>
                <a:spcPts val="160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3pPr>
            <a:lvl4pPr indent="-304800" lvl="3" marL="1828800" marR="0" rtl="0" algn="l">
              <a:lnSpc>
                <a:spcPct val="100000"/>
              </a:lnSpc>
              <a:spcBef>
                <a:spcPts val="160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4pPr>
            <a:lvl5pPr indent="-304800" lvl="4" marL="2286000" marR="0" rtl="0" algn="l">
              <a:lnSpc>
                <a:spcPct val="100000"/>
              </a:lnSpc>
              <a:spcBef>
                <a:spcPts val="160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5pPr>
            <a:lvl6pPr indent="-304800" lvl="5" marL="2743200" marR="0" rtl="0" algn="l">
              <a:lnSpc>
                <a:spcPct val="100000"/>
              </a:lnSpc>
              <a:spcBef>
                <a:spcPts val="160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6pPr>
            <a:lvl7pPr indent="-304800" lvl="6" marL="3200400" marR="0" rtl="0" algn="l">
              <a:lnSpc>
                <a:spcPct val="100000"/>
              </a:lnSpc>
              <a:spcBef>
                <a:spcPts val="160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7pPr>
            <a:lvl8pPr indent="-304800" lvl="7" marL="3657600" marR="0" rtl="0" algn="l">
              <a:lnSpc>
                <a:spcPct val="100000"/>
              </a:lnSpc>
              <a:spcBef>
                <a:spcPts val="160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8pPr>
            <a:lvl9pPr indent="-304800" lvl="8" marL="4114800" marR="0" rtl="0" algn="l">
              <a:lnSpc>
                <a:spcPct val="100000"/>
              </a:lnSpc>
              <a:spcBef>
                <a:spcPts val="1600"/>
              </a:spcBef>
              <a:spcAft>
                <a:spcPts val="1600"/>
              </a:spcAft>
              <a:buClr>
                <a:schemeClr val="dk1"/>
              </a:buClr>
              <a:buSzPts val="1200"/>
              <a:buFont typeface="Inter"/>
              <a:buChar char="■"/>
              <a:defRPr b="0" i="0" sz="1200" u="none" cap="none" strike="noStrike">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1"/>
          <p:cNvSpPr txBox="1"/>
          <p:nvPr>
            <p:ph type="ctrTitle"/>
          </p:nvPr>
        </p:nvSpPr>
        <p:spPr>
          <a:xfrm>
            <a:off x="646675" y="1733575"/>
            <a:ext cx="4211100" cy="1354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700"/>
              <a:buNone/>
            </a:pPr>
            <a:r>
              <a:rPr lang="en"/>
              <a:t>Descriptive Statistics</a:t>
            </a:r>
            <a:endParaRPr>
              <a:solidFill>
                <a:schemeClr val="lt2"/>
              </a:solidFill>
            </a:endParaRPr>
          </a:p>
        </p:txBody>
      </p:sp>
      <p:sp>
        <p:nvSpPr>
          <p:cNvPr id="1510" name="Google Shape;1510;p1"/>
          <p:cNvSpPr txBox="1"/>
          <p:nvPr>
            <p:ph idx="1" type="subTitle"/>
          </p:nvPr>
        </p:nvSpPr>
        <p:spPr>
          <a:xfrm>
            <a:off x="646675" y="3233125"/>
            <a:ext cx="4211100" cy="377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Pertemuan 2</a:t>
            </a:r>
            <a:endParaRPr/>
          </a:p>
        </p:txBody>
      </p:sp>
      <p:cxnSp>
        <p:nvCxnSpPr>
          <p:cNvPr id="1511" name="Google Shape;1511;p1"/>
          <p:cNvCxnSpPr/>
          <p:nvPr/>
        </p:nvCxnSpPr>
        <p:spPr>
          <a:xfrm>
            <a:off x="766825" y="3143247"/>
            <a:ext cx="3805200" cy="0"/>
          </a:xfrm>
          <a:prstGeom prst="straightConnector1">
            <a:avLst/>
          </a:prstGeom>
          <a:noFill/>
          <a:ln cap="flat" cmpd="sng" w="28575">
            <a:solidFill>
              <a:schemeClr val="dk1"/>
            </a:solidFill>
            <a:prstDash val="solid"/>
            <a:round/>
            <a:headEnd len="sm" w="sm" type="none"/>
            <a:tailEnd len="sm" w="sm" type="none"/>
          </a:ln>
        </p:spPr>
      </p:cxnSp>
      <p:grpSp>
        <p:nvGrpSpPr>
          <p:cNvPr id="1512" name="Google Shape;1512;p1"/>
          <p:cNvGrpSpPr/>
          <p:nvPr/>
        </p:nvGrpSpPr>
        <p:grpSpPr>
          <a:xfrm>
            <a:off x="2724182" y="-1866850"/>
            <a:ext cx="2750618" cy="2741916"/>
            <a:chOff x="2724183" y="-1866850"/>
            <a:chExt cx="2750618" cy="2741916"/>
          </a:xfrm>
        </p:grpSpPr>
        <p:sp>
          <p:nvSpPr>
            <p:cNvPr id="1513" name="Google Shape;1513;p1"/>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14" name="Google Shape;1514;p1"/>
            <p:cNvGrpSpPr/>
            <p:nvPr/>
          </p:nvGrpSpPr>
          <p:grpSpPr>
            <a:xfrm flipH="1" rot="-5400000">
              <a:off x="2724854" y="-1701422"/>
              <a:ext cx="2575817" cy="2577160"/>
              <a:chOff x="1550275" y="1493275"/>
              <a:chExt cx="1582100" cy="1582925"/>
            </a:xfrm>
          </p:grpSpPr>
          <p:sp>
            <p:nvSpPr>
              <p:cNvPr id="1515" name="Google Shape;1515;p1"/>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p1"/>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p1"/>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1"/>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1"/>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p1"/>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1"/>
              <p:cNvSpPr/>
              <p:nvPr/>
            </p:nvSpPr>
            <p:spPr>
              <a:xfrm>
                <a:off x="1735631" y="1684323"/>
                <a:ext cx="1122767" cy="1115752"/>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1"/>
              <p:cNvSpPr/>
              <p:nvPr/>
            </p:nvSpPr>
            <p:spPr>
              <a:xfrm>
                <a:off x="1781330" y="1767253"/>
                <a:ext cx="1160811" cy="115158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p1"/>
              <p:cNvSpPr/>
              <p:nvPr/>
            </p:nvSpPr>
            <p:spPr>
              <a:xfrm>
                <a:off x="1891023" y="1863197"/>
                <a:ext cx="1121111" cy="1119801"/>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p1"/>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1"/>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p1"/>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1"/>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p1"/>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2"/>
          <p:cNvSpPr txBox="1"/>
          <p:nvPr>
            <p:ph type="title"/>
          </p:nvPr>
        </p:nvSpPr>
        <p:spPr>
          <a:xfrm>
            <a:off x="4694748" y="1198141"/>
            <a:ext cx="3474000" cy="1293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9200"/>
              <a:buNone/>
            </a:pPr>
            <a:r>
              <a:rPr lang="en" sz="4000"/>
              <a:t>Descriptive Statistics</a:t>
            </a:r>
            <a:endParaRPr sz="4000"/>
          </a:p>
        </p:txBody>
      </p:sp>
      <p:sp>
        <p:nvSpPr>
          <p:cNvPr id="1534" name="Google Shape;1534;p2"/>
          <p:cNvSpPr txBox="1"/>
          <p:nvPr>
            <p:ph idx="1" type="subTitle"/>
          </p:nvPr>
        </p:nvSpPr>
        <p:spPr>
          <a:xfrm>
            <a:off x="4709574" y="2652606"/>
            <a:ext cx="3527645" cy="1038900"/>
          </a:xfrm>
          <a:prstGeom prst="rect">
            <a:avLst/>
          </a:prstGeom>
          <a:noFill/>
          <a:ln>
            <a:noFill/>
          </a:ln>
        </p:spPr>
        <p:txBody>
          <a:bodyPr anchorCtr="0" anchor="t" bIns="91425" lIns="91425" spcFirstLastPara="1" rIns="182875" wrap="square" tIns="91425">
            <a:noAutofit/>
          </a:bodyPr>
          <a:lstStyle/>
          <a:p>
            <a:pPr indent="0" lvl="0" marL="0" rtl="0" algn="just">
              <a:lnSpc>
                <a:spcPct val="100000"/>
              </a:lnSpc>
              <a:spcBef>
                <a:spcPts val="0"/>
              </a:spcBef>
              <a:spcAft>
                <a:spcPts val="0"/>
              </a:spcAft>
              <a:buSzPts val="1400"/>
              <a:buNone/>
            </a:pPr>
            <a:r>
              <a:rPr lang="en"/>
              <a:t>Ringkaskan dan susunan karakteristik dari suatu kumpulan data. </a:t>
            </a:r>
            <a:br>
              <a:rPr lang="en"/>
            </a:br>
            <a:r>
              <a:rPr lang="en"/>
              <a:t>Kumpulan data adalah koleksi tanggapan atau pengamatan dari sampel atau seluruh populasi.</a:t>
            </a:r>
            <a:endParaRPr/>
          </a:p>
        </p:txBody>
      </p:sp>
      <p:cxnSp>
        <p:nvCxnSpPr>
          <p:cNvPr id="1535" name="Google Shape;1535;p2"/>
          <p:cNvCxnSpPr/>
          <p:nvPr/>
        </p:nvCxnSpPr>
        <p:spPr>
          <a:xfrm>
            <a:off x="5077275" y="2556950"/>
            <a:ext cx="2908200" cy="0"/>
          </a:xfrm>
          <a:prstGeom prst="straightConnector1">
            <a:avLst/>
          </a:prstGeom>
          <a:noFill/>
          <a:ln cap="flat" cmpd="sng" w="28575">
            <a:solidFill>
              <a:schemeClr val="dk1"/>
            </a:solidFill>
            <a:prstDash val="solid"/>
            <a:round/>
            <a:headEnd len="sm" w="sm" type="none"/>
            <a:tailEnd len="sm" w="sm" type="none"/>
          </a:ln>
        </p:spPr>
      </p:cxnSp>
      <p:grpSp>
        <p:nvGrpSpPr>
          <p:cNvPr id="1536" name="Google Shape;1536;p2"/>
          <p:cNvGrpSpPr/>
          <p:nvPr/>
        </p:nvGrpSpPr>
        <p:grpSpPr>
          <a:xfrm>
            <a:off x="1158598" y="1211184"/>
            <a:ext cx="2031390" cy="2721374"/>
            <a:chOff x="1589101" y="1254275"/>
            <a:chExt cx="1966876" cy="2634948"/>
          </a:xfrm>
        </p:grpSpPr>
        <p:sp>
          <p:nvSpPr>
            <p:cNvPr id="1537" name="Google Shape;1537;p2"/>
            <p:cNvSpPr/>
            <p:nvPr/>
          </p:nvSpPr>
          <p:spPr>
            <a:xfrm>
              <a:off x="1589101" y="3759753"/>
              <a:ext cx="1966876" cy="129470"/>
            </a:xfrm>
            <a:custGeom>
              <a:rect b="b" l="l" r="r" t="t"/>
              <a:pathLst>
                <a:path extrusionOk="0" h="2014" w="30595">
                  <a:moveTo>
                    <a:pt x="15297" y="1"/>
                  </a:moveTo>
                  <a:cubicBezTo>
                    <a:pt x="6852" y="1"/>
                    <a:pt x="0" y="452"/>
                    <a:pt x="0" y="1001"/>
                  </a:cubicBezTo>
                  <a:cubicBezTo>
                    <a:pt x="0" y="1562"/>
                    <a:pt x="6852" y="2013"/>
                    <a:pt x="15297" y="2013"/>
                  </a:cubicBezTo>
                  <a:cubicBezTo>
                    <a:pt x="23743" y="2013"/>
                    <a:pt x="30595" y="1562"/>
                    <a:pt x="30595" y="1001"/>
                  </a:cubicBezTo>
                  <a:cubicBezTo>
                    <a:pt x="30595" y="452"/>
                    <a:pt x="23743" y="1"/>
                    <a:pt x="15297" y="1"/>
                  </a:cubicBezTo>
                  <a:close/>
                </a:path>
              </a:pathLst>
            </a:custGeom>
            <a:solidFill>
              <a:srgbClr val="000000">
                <a:alpha val="1176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8" name="Google Shape;1538;p2"/>
            <p:cNvSpPr/>
            <p:nvPr/>
          </p:nvSpPr>
          <p:spPr>
            <a:xfrm>
              <a:off x="1886040" y="1254275"/>
              <a:ext cx="1351773" cy="2562079"/>
            </a:xfrm>
            <a:custGeom>
              <a:rect b="b" l="l" r="r" t="t"/>
              <a:pathLst>
                <a:path extrusionOk="0" h="39855" w="21027">
                  <a:moveTo>
                    <a:pt x="2211" y="1"/>
                  </a:moveTo>
                  <a:cubicBezTo>
                    <a:pt x="990" y="1"/>
                    <a:pt x="0" y="980"/>
                    <a:pt x="0" y="2200"/>
                  </a:cubicBezTo>
                  <a:lnTo>
                    <a:pt x="0" y="37644"/>
                  </a:lnTo>
                  <a:cubicBezTo>
                    <a:pt x="0" y="38876"/>
                    <a:pt x="990" y="39854"/>
                    <a:pt x="2211" y="39854"/>
                  </a:cubicBezTo>
                  <a:lnTo>
                    <a:pt x="18816" y="39854"/>
                  </a:lnTo>
                  <a:cubicBezTo>
                    <a:pt x="20037" y="39854"/>
                    <a:pt x="21027" y="38876"/>
                    <a:pt x="21027" y="37644"/>
                  </a:cubicBezTo>
                  <a:lnTo>
                    <a:pt x="21027" y="2200"/>
                  </a:lnTo>
                  <a:cubicBezTo>
                    <a:pt x="21027" y="980"/>
                    <a:pt x="20037" y="1"/>
                    <a:pt x="1881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p2"/>
            <p:cNvSpPr/>
            <p:nvPr/>
          </p:nvSpPr>
          <p:spPr>
            <a:xfrm>
              <a:off x="1917155" y="1366004"/>
              <a:ext cx="1289543" cy="2346403"/>
            </a:xfrm>
            <a:custGeom>
              <a:rect b="b" l="l" r="r" t="t"/>
              <a:pathLst>
                <a:path extrusionOk="0" h="36500" w="20059">
                  <a:moveTo>
                    <a:pt x="1474" y="1"/>
                  </a:moveTo>
                  <a:cubicBezTo>
                    <a:pt x="660" y="1"/>
                    <a:pt x="0" y="649"/>
                    <a:pt x="0" y="1463"/>
                  </a:cubicBezTo>
                  <a:lnTo>
                    <a:pt x="0" y="35037"/>
                  </a:lnTo>
                  <a:cubicBezTo>
                    <a:pt x="0" y="35851"/>
                    <a:pt x="660" y="36500"/>
                    <a:pt x="1474" y="36500"/>
                  </a:cubicBezTo>
                  <a:lnTo>
                    <a:pt x="18596" y="36500"/>
                  </a:lnTo>
                  <a:cubicBezTo>
                    <a:pt x="19399" y="36500"/>
                    <a:pt x="20059" y="35851"/>
                    <a:pt x="20059" y="35037"/>
                  </a:cubicBezTo>
                  <a:lnTo>
                    <a:pt x="20059" y="1463"/>
                  </a:lnTo>
                  <a:cubicBezTo>
                    <a:pt x="20059" y="649"/>
                    <a:pt x="19399" y="1"/>
                    <a:pt x="1859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0" name="Google Shape;1540;p2"/>
            <p:cNvSpPr/>
            <p:nvPr/>
          </p:nvSpPr>
          <p:spPr>
            <a:xfrm>
              <a:off x="2327881" y="3302359"/>
              <a:ext cx="470906" cy="70071"/>
            </a:xfrm>
            <a:custGeom>
              <a:rect b="b" l="l" r="r" t="t"/>
              <a:pathLst>
                <a:path extrusionOk="0" h="1090" w="7325">
                  <a:moveTo>
                    <a:pt x="550" y="1"/>
                  </a:moveTo>
                  <a:cubicBezTo>
                    <a:pt x="242" y="1"/>
                    <a:pt x="0" y="243"/>
                    <a:pt x="0" y="550"/>
                  </a:cubicBezTo>
                  <a:cubicBezTo>
                    <a:pt x="0" y="847"/>
                    <a:pt x="242" y="1089"/>
                    <a:pt x="550" y="1089"/>
                  </a:cubicBezTo>
                  <a:lnTo>
                    <a:pt x="6775" y="1089"/>
                  </a:lnTo>
                  <a:cubicBezTo>
                    <a:pt x="7083" y="1089"/>
                    <a:pt x="7325" y="847"/>
                    <a:pt x="7325" y="550"/>
                  </a:cubicBezTo>
                  <a:cubicBezTo>
                    <a:pt x="7325" y="243"/>
                    <a:pt x="7083" y="1"/>
                    <a:pt x="67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2"/>
            <p:cNvSpPr/>
            <p:nvPr/>
          </p:nvSpPr>
          <p:spPr>
            <a:xfrm>
              <a:off x="1917155" y="1366004"/>
              <a:ext cx="1289543" cy="2347110"/>
            </a:xfrm>
            <a:custGeom>
              <a:rect b="b" l="l" r="r" t="t"/>
              <a:pathLst>
                <a:path extrusionOk="0" h="36511" w="20059">
                  <a:moveTo>
                    <a:pt x="18596" y="45"/>
                  </a:moveTo>
                  <a:cubicBezTo>
                    <a:pt x="19377" y="45"/>
                    <a:pt x="20015" y="682"/>
                    <a:pt x="20015" y="1463"/>
                  </a:cubicBezTo>
                  <a:lnTo>
                    <a:pt x="20015" y="35037"/>
                  </a:lnTo>
                  <a:cubicBezTo>
                    <a:pt x="20015" y="35829"/>
                    <a:pt x="19377" y="36467"/>
                    <a:pt x="18596" y="36467"/>
                  </a:cubicBezTo>
                  <a:lnTo>
                    <a:pt x="1474" y="36467"/>
                  </a:lnTo>
                  <a:cubicBezTo>
                    <a:pt x="682" y="36467"/>
                    <a:pt x="44" y="35829"/>
                    <a:pt x="44" y="35037"/>
                  </a:cubicBezTo>
                  <a:lnTo>
                    <a:pt x="44" y="1463"/>
                  </a:lnTo>
                  <a:cubicBezTo>
                    <a:pt x="44" y="682"/>
                    <a:pt x="682" y="45"/>
                    <a:pt x="1474" y="45"/>
                  </a:cubicBezTo>
                  <a:lnTo>
                    <a:pt x="18596" y="45"/>
                  </a:lnTo>
                  <a:moveTo>
                    <a:pt x="18596" y="1"/>
                  </a:moveTo>
                  <a:lnTo>
                    <a:pt x="1474" y="1"/>
                  </a:lnTo>
                  <a:cubicBezTo>
                    <a:pt x="660" y="1"/>
                    <a:pt x="0" y="649"/>
                    <a:pt x="0" y="1463"/>
                  </a:cubicBezTo>
                  <a:lnTo>
                    <a:pt x="0" y="35037"/>
                  </a:lnTo>
                  <a:cubicBezTo>
                    <a:pt x="0" y="35851"/>
                    <a:pt x="660" y="36511"/>
                    <a:pt x="1474" y="36511"/>
                  </a:cubicBezTo>
                  <a:lnTo>
                    <a:pt x="18596" y="36511"/>
                  </a:lnTo>
                  <a:cubicBezTo>
                    <a:pt x="19399" y="36511"/>
                    <a:pt x="20059" y="35851"/>
                    <a:pt x="20059" y="35037"/>
                  </a:cubicBezTo>
                  <a:lnTo>
                    <a:pt x="20059" y="1463"/>
                  </a:lnTo>
                  <a:cubicBezTo>
                    <a:pt x="20059" y="649"/>
                    <a:pt x="19399" y="1"/>
                    <a:pt x="18596" y="1"/>
                  </a:cubicBezTo>
                  <a:close/>
                </a:path>
              </a:pathLst>
            </a:custGeom>
            <a:solidFill>
              <a:srgbClr val="0022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p2"/>
            <p:cNvSpPr/>
            <p:nvPr/>
          </p:nvSpPr>
          <p:spPr>
            <a:xfrm>
              <a:off x="2167422" y="2267292"/>
              <a:ext cx="777686" cy="596115"/>
            </a:xfrm>
            <a:custGeom>
              <a:rect b="b" l="l" r="r" t="t"/>
              <a:pathLst>
                <a:path extrusionOk="0" h="9273" w="12097">
                  <a:moveTo>
                    <a:pt x="10617" y="0"/>
                  </a:moveTo>
                  <a:cubicBezTo>
                    <a:pt x="10597" y="0"/>
                    <a:pt x="10577" y="1"/>
                    <a:pt x="10557" y="2"/>
                  </a:cubicBezTo>
                  <a:lnTo>
                    <a:pt x="352" y="453"/>
                  </a:lnTo>
                  <a:cubicBezTo>
                    <a:pt x="154" y="464"/>
                    <a:pt x="0" y="629"/>
                    <a:pt x="11" y="827"/>
                  </a:cubicBezTo>
                  <a:lnTo>
                    <a:pt x="374" y="8931"/>
                  </a:lnTo>
                  <a:cubicBezTo>
                    <a:pt x="385" y="9129"/>
                    <a:pt x="550" y="9272"/>
                    <a:pt x="737" y="9272"/>
                  </a:cubicBezTo>
                  <a:lnTo>
                    <a:pt x="10942" y="8811"/>
                  </a:lnTo>
                  <a:cubicBezTo>
                    <a:pt x="11602" y="8789"/>
                    <a:pt x="12097" y="8228"/>
                    <a:pt x="12075" y="7579"/>
                  </a:cubicBezTo>
                  <a:lnTo>
                    <a:pt x="11789" y="1124"/>
                  </a:lnTo>
                  <a:cubicBezTo>
                    <a:pt x="11757" y="495"/>
                    <a:pt x="11240" y="0"/>
                    <a:pt x="1061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p2"/>
            <p:cNvSpPr/>
            <p:nvPr/>
          </p:nvSpPr>
          <p:spPr>
            <a:xfrm>
              <a:off x="2167422" y="2267292"/>
              <a:ext cx="777686" cy="596115"/>
            </a:xfrm>
            <a:custGeom>
              <a:rect b="b" l="l" r="r" t="t"/>
              <a:pathLst>
                <a:path extrusionOk="0" h="9273" w="12097">
                  <a:moveTo>
                    <a:pt x="10617" y="0"/>
                  </a:moveTo>
                  <a:cubicBezTo>
                    <a:pt x="10597" y="0"/>
                    <a:pt x="10577" y="1"/>
                    <a:pt x="10557" y="2"/>
                  </a:cubicBezTo>
                  <a:lnTo>
                    <a:pt x="352" y="453"/>
                  </a:lnTo>
                  <a:cubicBezTo>
                    <a:pt x="154" y="464"/>
                    <a:pt x="0" y="629"/>
                    <a:pt x="11" y="827"/>
                  </a:cubicBezTo>
                  <a:lnTo>
                    <a:pt x="374" y="8931"/>
                  </a:lnTo>
                  <a:cubicBezTo>
                    <a:pt x="385" y="9129"/>
                    <a:pt x="550" y="9272"/>
                    <a:pt x="737" y="9272"/>
                  </a:cubicBezTo>
                  <a:lnTo>
                    <a:pt x="10942" y="8811"/>
                  </a:lnTo>
                  <a:cubicBezTo>
                    <a:pt x="11602" y="8789"/>
                    <a:pt x="12097" y="8228"/>
                    <a:pt x="12075" y="7579"/>
                  </a:cubicBezTo>
                  <a:lnTo>
                    <a:pt x="11789" y="1124"/>
                  </a:lnTo>
                  <a:cubicBezTo>
                    <a:pt x="11757" y="495"/>
                    <a:pt x="11240" y="0"/>
                    <a:pt x="10617" y="0"/>
                  </a:cubicBezTo>
                  <a:close/>
                </a:path>
              </a:pathLst>
            </a:custGeom>
            <a:solidFill>
              <a:srgbClr val="000000">
                <a:alpha val="1176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p2"/>
            <p:cNvSpPr/>
            <p:nvPr/>
          </p:nvSpPr>
          <p:spPr>
            <a:xfrm>
              <a:off x="2274138" y="1788041"/>
              <a:ext cx="575566" cy="575544"/>
            </a:xfrm>
            <a:custGeom>
              <a:rect b="b" l="l" r="r" t="t"/>
              <a:pathLst>
                <a:path extrusionOk="0" h="8953" w="8953">
                  <a:moveTo>
                    <a:pt x="4477" y="1"/>
                  </a:moveTo>
                  <a:cubicBezTo>
                    <a:pt x="2002" y="1"/>
                    <a:pt x="1" y="2002"/>
                    <a:pt x="1" y="4477"/>
                  </a:cubicBezTo>
                  <a:cubicBezTo>
                    <a:pt x="1" y="6951"/>
                    <a:pt x="2002" y="8952"/>
                    <a:pt x="4477" y="8952"/>
                  </a:cubicBezTo>
                  <a:cubicBezTo>
                    <a:pt x="6951" y="8952"/>
                    <a:pt x="8952" y="6951"/>
                    <a:pt x="8952" y="4477"/>
                  </a:cubicBezTo>
                  <a:cubicBezTo>
                    <a:pt x="8952" y="2002"/>
                    <a:pt x="6951" y="1"/>
                    <a:pt x="447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5" name="Google Shape;1545;p2"/>
            <p:cNvSpPr/>
            <p:nvPr/>
          </p:nvSpPr>
          <p:spPr>
            <a:xfrm>
              <a:off x="2305959" y="1819862"/>
              <a:ext cx="511921" cy="511901"/>
            </a:xfrm>
            <a:custGeom>
              <a:rect b="b" l="l" r="r" t="t"/>
              <a:pathLst>
                <a:path extrusionOk="0" h="7963" w="7963">
                  <a:moveTo>
                    <a:pt x="3982" y="1"/>
                  </a:moveTo>
                  <a:cubicBezTo>
                    <a:pt x="1782" y="1"/>
                    <a:pt x="1" y="1782"/>
                    <a:pt x="1" y="3982"/>
                  </a:cubicBezTo>
                  <a:cubicBezTo>
                    <a:pt x="1" y="6181"/>
                    <a:pt x="1782" y="7963"/>
                    <a:pt x="3982" y="7963"/>
                  </a:cubicBezTo>
                  <a:cubicBezTo>
                    <a:pt x="6181" y="7963"/>
                    <a:pt x="7963" y="6181"/>
                    <a:pt x="7963" y="3982"/>
                  </a:cubicBezTo>
                  <a:cubicBezTo>
                    <a:pt x="7963" y="1782"/>
                    <a:pt x="6181" y="1"/>
                    <a:pt x="398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p2"/>
            <p:cNvSpPr/>
            <p:nvPr/>
          </p:nvSpPr>
          <p:spPr>
            <a:xfrm>
              <a:off x="2378089" y="1819862"/>
              <a:ext cx="367660" cy="95978"/>
            </a:xfrm>
            <a:custGeom>
              <a:rect b="b" l="l" r="r" t="t"/>
              <a:pathLst>
                <a:path extrusionOk="0" h="1493" w="5719">
                  <a:moveTo>
                    <a:pt x="2860" y="1"/>
                  </a:moveTo>
                  <a:cubicBezTo>
                    <a:pt x="1782" y="1"/>
                    <a:pt x="792" y="441"/>
                    <a:pt x="77" y="1133"/>
                  </a:cubicBezTo>
                  <a:cubicBezTo>
                    <a:pt x="0" y="1221"/>
                    <a:pt x="0" y="1342"/>
                    <a:pt x="66" y="1430"/>
                  </a:cubicBezTo>
                  <a:cubicBezTo>
                    <a:pt x="112" y="1470"/>
                    <a:pt x="169" y="1492"/>
                    <a:pt x="224" y="1492"/>
                  </a:cubicBezTo>
                  <a:cubicBezTo>
                    <a:pt x="276" y="1492"/>
                    <a:pt x="326" y="1473"/>
                    <a:pt x="363" y="1430"/>
                  </a:cubicBezTo>
                  <a:cubicBezTo>
                    <a:pt x="1012" y="803"/>
                    <a:pt x="1892" y="408"/>
                    <a:pt x="2860" y="408"/>
                  </a:cubicBezTo>
                  <a:cubicBezTo>
                    <a:pt x="3827" y="408"/>
                    <a:pt x="4707" y="803"/>
                    <a:pt x="5356" y="1430"/>
                  </a:cubicBezTo>
                  <a:cubicBezTo>
                    <a:pt x="5393" y="1473"/>
                    <a:pt x="5446" y="1492"/>
                    <a:pt x="5499" y="1492"/>
                  </a:cubicBezTo>
                  <a:cubicBezTo>
                    <a:pt x="5556" y="1492"/>
                    <a:pt x="5613" y="1470"/>
                    <a:pt x="5653" y="1430"/>
                  </a:cubicBezTo>
                  <a:cubicBezTo>
                    <a:pt x="5719" y="1342"/>
                    <a:pt x="5719" y="1221"/>
                    <a:pt x="5642" y="1133"/>
                  </a:cubicBezTo>
                  <a:cubicBezTo>
                    <a:pt x="4927" y="441"/>
                    <a:pt x="3948" y="1"/>
                    <a:pt x="2860" y="1"/>
                  </a:cubicBezTo>
                  <a:close/>
                </a:path>
              </a:pathLst>
            </a:custGeom>
            <a:solidFill>
              <a:srgbClr val="000000">
                <a:alpha val="1176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p2"/>
            <p:cNvSpPr/>
            <p:nvPr/>
          </p:nvSpPr>
          <p:spPr>
            <a:xfrm>
              <a:off x="2348388" y="2182563"/>
              <a:ext cx="427062" cy="137891"/>
            </a:xfrm>
            <a:custGeom>
              <a:rect b="b" l="l" r="r" t="t"/>
              <a:pathLst>
                <a:path extrusionOk="0" h="2145" w="6643">
                  <a:moveTo>
                    <a:pt x="231" y="0"/>
                  </a:moveTo>
                  <a:lnTo>
                    <a:pt x="231" y="11"/>
                  </a:lnTo>
                  <a:cubicBezTo>
                    <a:pt x="187" y="11"/>
                    <a:pt x="154" y="11"/>
                    <a:pt x="121" y="33"/>
                  </a:cubicBezTo>
                  <a:cubicBezTo>
                    <a:pt x="33" y="88"/>
                    <a:pt x="0" y="209"/>
                    <a:pt x="55" y="297"/>
                  </a:cubicBezTo>
                  <a:cubicBezTo>
                    <a:pt x="759" y="1452"/>
                    <a:pt x="1969" y="2145"/>
                    <a:pt x="3322" y="2145"/>
                  </a:cubicBezTo>
                  <a:cubicBezTo>
                    <a:pt x="4674" y="2145"/>
                    <a:pt x="5884" y="1452"/>
                    <a:pt x="6588" y="297"/>
                  </a:cubicBezTo>
                  <a:cubicBezTo>
                    <a:pt x="6643" y="209"/>
                    <a:pt x="6610" y="88"/>
                    <a:pt x="6522" y="33"/>
                  </a:cubicBezTo>
                  <a:cubicBezTo>
                    <a:pt x="6489" y="15"/>
                    <a:pt x="6453" y="6"/>
                    <a:pt x="6419" y="6"/>
                  </a:cubicBezTo>
                  <a:cubicBezTo>
                    <a:pt x="6349" y="6"/>
                    <a:pt x="6283" y="41"/>
                    <a:pt x="6247" y="99"/>
                  </a:cubicBezTo>
                  <a:cubicBezTo>
                    <a:pt x="5631" y="1133"/>
                    <a:pt x="4531" y="1760"/>
                    <a:pt x="3322" y="1760"/>
                  </a:cubicBezTo>
                  <a:cubicBezTo>
                    <a:pt x="2112" y="1760"/>
                    <a:pt x="1012" y="1133"/>
                    <a:pt x="396" y="99"/>
                  </a:cubicBezTo>
                  <a:cubicBezTo>
                    <a:pt x="352" y="33"/>
                    <a:pt x="297" y="0"/>
                    <a:pt x="231" y="0"/>
                  </a:cubicBezTo>
                  <a:close/>
                </a:path>
              </a:pathLst>
            </a:custGeom>
            <a:solidFill>
              <a:srgbClr val="FFFFFF">
                <a:alpha val="2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2"/>
            <p:cNvSpPr/>
            <p:nvPr/>
          </p:nvSpPr>
          <p:spPr>
            <a:xfrm>
              <a:off x="2456518" y="1909670"/>
              <a:ext cx="212213" cy="348553"/>
            </a:xfrm>
            <a:custGeom>
              <a:rect b="b" l="l" r="r" t="t"/>
              <a:pathLst>
                <a:path extrusionOk="0" h="5422" w="3301">
                  <a:moveTo>
                    <a:pt x="1563" y="0"/>
                  </a:moveTo>
                  <a:cubicBezTo>
                    <a:pt x="1398" y="0"/>
                    <a:pt x="1266" y="121"/>
                    <a:pt x="1266" y="286"/>
                  </a:cubicBezTo>
                  <a:lnTo>
                    <a:pt x="1266" y="297"/>
                  </a:lnTo>
                  <a:cubicBezTo>
                    <a:pt x="1266" y="418"/>
                    <a:pt x="1189" y="539"/>
                    <a:pt x="1057" y="572"/>
                  </a:cubicBezTo>
                  <a:cubicBezTo>
                    <a:pt x="980" y="594"/>
                    <a:pt x="914" y="616"/>
                    <a:pt x="848" y="649"/>
                  </a:cubicBezTo>
                  <a:cubicBezTo>
                    <a:pt x="617" y="748"/>
                    <a:pt x="452" y="902"/>
                    <a:pt x="320" y="1089"/>
                  </a:cubicBezTo>
                  <a:cubicBezTo>
                    <a:pt x="199" y="1276"/>
                    <a:pt x="133" y="1507"/>
                    <a:pt x="133" y="1771"/>
                  </a:cubicBezTo>
                  <a:cubicBezTo>
                    <a:pt x="133" y="2321"/>
                    <a:pt x="441" y="2684"/>
                    <a:pt x="1046" y="2882"/>
                  </a:cubicBezTo>
                  <a:lnTo>
                    <a:pt x="2101" y="3200"/>
                  </a:lnTo>
                  <a:cubicBezTo>
                    <a:pt x="2244" y="3244"/>
                    <a:pt x="2343" y="3299"/>
                    <a:pt x="2409" y="3365"/>
                  </a:cubicBezTo>
                  <a:cubicBezTo>
                    <a:pt x="2475" y="3431"/>
                    <a:pt x="2497" y="3519"/>
                    <a:pt x="2497" y="3629"/>
                  </a:cubicBezTo>
                  <a:cubicBezTo>
                    <a:pt x="2497" y="3783"/>
                    <a:pt x="2431" y="3904"/>
                    <a:pt x="2277" y="4014"/>
                  </a:cubicBezTo>
                  <a:cubicBezTo>
                    <a:pt x="2134" y="4113"/>
                    <a:pt x="1947" y="4168"/>
                    <a:pt x="1728" y="4168"/>
                  </a:cubicBezTo>
                  <a:cubicBezTo>
                    <a:pt x="1486" y="4168"/>
                    <a:pt x="1288" y="4102"/>
                    <a:pt x="1112" y="3959"/>
                  </a:cubicBezTo>
                  <a:cubicBezTo>
                    <a:pt x="1002" y="3871"/>
                    <a:pt x="914" y="3750"/>
                    <a:pt x="848" y="3618"/>
                  </a:cubicBezTo>
                  <a:cubicBezTo>
                    <a:pt x="799" y="3511"/>
                    <a:pt x="690" y="3439"/>
                    <a:pt x="582" y="3439"/>
                  </a:cubicBezTo>
                  <a:cubicBezTo>
                    <a:pt x="568" y="3439"/>
                    <a:pt x="554" y="3440"/>
                    <a:pt x="540" y="3442"/>
                  </a:cubicBezTo>
                  <a:lnTo>
                    <a:pt x="287" y="3486"/>
                  </a:lnTo>
                  <a:cubicBezTo>
                    <a:pt x="111" y="3508"/>
                    <a:pt x="1" y="3695"/>
                    <a:pt x="56" y="3871"/>
                  </a:cubicBezTo>
                  <a:cubicBezTo>
                    <a:pt x="111" y="4014"/>
                    <a:pt x="177" y="4146"/>
                    <a:pt x="265" y="4267"/>
                  </a:cubicBezTo>
                  <a:cubicBezTo>
                    <a:pt x="419" y="4476"/>
                    <a:pt x="617" y="4641"/>
                    <a:pt x="859" y="4751"/>
                  </a:cubicBezTo>
                  <a:cubicBezTo>
                    <a:pt x="925" y="4784"/>
                    <a:pt x="991" y="4806"/>
                    <a:pt x="1057" y="4828"/>
                  </a:cubicBezTo>
                  <a:cubicBezTo>
                    <a:pt x="1178" y="4861"/>
                    <a:pt x="1266" y="4982"/>
                    <a:pt x="1266" y="5103"/>
                  </a:cubicBezTo>
                  <a:lnTo>
                    <a:pt x="1266" y="5125"/>
                  </a:lnTo>
                  <a:cubicBezTo>
                    <a:pt x="1266" y="5290"/>
                    <a:pt x="1398" y="5422"/>
                    <a:pt x="1563" y="5422"/>
                  </a:cubicBezTo>
                  <a:lnTo>
                    <a:pt x="1782" y="5422"/>
                  </a:lnTo>
                  <a:cubicBezTo>
                    <a:pt x="1947" y="5422"/>
                    <a:pt x="2079" y="5290"/>
                    <a:pt x="2079" y="5125"/>
                  </a:cubicBezTo>
                  <a:lnTo>
                    <a:pt x="2079" y="5114"/>
                  </a:lnTo>
                  <a:cubicBezTo>
                    <a:pt x="2079" y="4982"/>
                    <a:pt x="2156" y="4872"/>
                    <a:pt x="2288" y="4839"/>
                  </a:cubicBezTo>
                  <a:cubicBezTo>
                    <a:pt x="2365" y="4806"/>
                    <a:pt x="2453" y="4784"/>
                    <a:pt x="2530" y="4751"/>
                  </a:cubicBezTo>
                  <a:cubicBezTo>
                    <a:pt x="2772" y="4630"/>
                    <a:pt x="2959" y="4476"/>
                    <a:pt x="3102" y="4267"/>
                  </a:cubicBezTo>
                  <a:cubicBezTo>
                    <a:pt x="3234" y="4069"/>
                    <a:pt x="3300" y="3827"/>
                    <a:pt x="3300" y="3563"/>
                  </a:cubicBezTo>
                  <a:cubicBezTo>
                    <a:pt x="3300" y="3255"/>
                    <a:pt x="3223" y="3014"/>
                    <a:pt x="3058" y="2827"/>
                  </a:cubicBezTo>
                  <a:lnTo>
                    <a:pt x="3047" y="2838"/>
                  </a:lnTo>
                  <a:cubicBezTo>
                    <a:pt x="2882" y="2651"/>
                    <a:pt x="2607" y="2497"/>
                    <a:pt x="2233" y="2398"/>
                  </a:cubicBezTo>
                  <a:lnTo>
                    <a:pt x="1486" y="2178"/>
                  </a:lnTo>
                  <a:cubicBezTo>
                    <a:pt x="1288" y="2123"/>
                    <a:pt x="1156" y="2068"/>
                    <a:pt x="1068" y="1991"/>
                  </a:cubicBezTo>
                  <a:cubicBezTo>
                    <a:pt x="980" y="1914"/>
                    <a:pt x="936" y="1826"/>
                    <a:pt x="936" y="1727"/>
                  </a:cubicBezTo>
                  <a:cubicBezTo>
                    <a:pt x="936" y="1628"/>
                    <a:pt x="969" y="1551"/>
                    <a:pt x="1024" y="1474"/>
                  </a:cubicBezTo>
                  <a:cubicBezTo>
                    <a:pt x="1090" y="1397"/>
                    <a:pt x="1178" y="1342"/>
                    <a:pt x="1277" y="1298"/>
                  </a:cubicBezTo>
                  <a:cubicBezTo>
                    <a:pt x="1387" y="1265"/>
                    <a:pt x="1508" y="1243"/>
                    <a:pt x="1640" y="1243"/>
                  </a:cubicBezTo>
                  <a:cubicBezTo>
                    <a:pt x="1771" y="1254"/>
                    <a:pt x="1892" y="1276"/>
                    <a:pt x="2002" y="1331"/>
                  </a:cubicBezTo>
                  <a:cubicBezTo>
                    <a:pt x="2123" y="1386"/>
                    <a:pt x="2211" y="1463"/>
                    <a:pt x="2288" y="1562"/>
                  </a:cubicBezTo>
                  <a:cubicBezTo>
                    <a:pt x="2321" y="1595"/>
                    <a:pt x="2343" y="1639"/>
                    <a:pt x="2365" y="1683"/>
                  </a:cubicBezTo>
                  <a:cubicBezTo>
                    <a:pt x="2423" y="1788"/>
                    <a:pt x="2522" y="1852"/>
                    <a:pt x="2634" y="1852"/>
                  </a:cubicBezTo>
                  <a:cubicBezTo>
                    <a:pt x="2651" y="1852"/>
                    <a:pt x="2667" y="1851"/>
                    <a:pt x="2684" y="1848"/>
                  </a:cubicBezTo>
                  <a:lnTo>
                    <a:pt x="2937" y="1804"/>
                  </a:lnTo>
                  <a:cubicBezTo>
                    <a:pt x="3124" y="1771"/>
                    <a:pt x="3234" y="1562"/>
                    <a:pt x="3146" y="1386"/>
                  </a:cubicBezTo>
                  <a:cubicBezTo>
                    <a:pt x="3091" y="1265"/>
                    <a:pt x="3025" y="1166"/>
                    <a:pt x="2948" y="1067"/>
                  </a:cubicBezTo>
                  <a:cubicBezTo>
                    <a:pt x="2805" y="891"/>
                    <a:pt x="2618" y="748"/>
                    <a:pt x="2398" y="649"/>
                  </a:cubicBezTo>
                  <a:cubicBezTo>
                    <a:pt x="2365" y="627"/>
                    <a:pt x="2321" y="616"/>
                    <a:pt x="2277" y="594"/>
                  </a:cubicBezTo>
                  <a:cubicBezTo>
                    <a:pt x="2156" y="561"/>
                    <a:pt x="2079" y="451"/>
                    <a:pt x="2079" y="319"/>
                  </a:cubicBezTo>
                  <a:lnTo>
                    <a:pt x="2079" y="286"/>
                  </a:lnTo>
                  <a:cubicBezTo>
                    <a:pt x="2079" y="121"/>
                    <a:pt x="1947" y="0"/>
                    <a:pt x="1782" y="0"/>
                  </a:cubicBezTo>
                  <a:close/>
                </a:path>
              </a:pathLst>
            </a:custGeom>
            <a:solidFill>
              <a:srgbClr val="000000">
                <a:alpha val="2627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2"/>
            <p:cNvSpPr/>
            <p:nvPr/>
          </p:nvSpPr>
          <p:spPr>
            <a:xfrm>
              <a:off x="2456518" y="1901184"/>
              <a:ext cx="212213" cy="349260"/>
            </a:xfrm>
            <a:custGeom>
              <a:rect b="b" l="l" r="r" t="t"/>
              <a:pathLst>
                <a:path extrusionOk="0" h="5433" w="3301">
                  <a:moveTo>
                    <a:pt x="3047" y="2838"/>
                  </a:moveTo>
                  <a:cubicBezTo>
                    <a:pt x="2882" y="2651"/>
                    <a:pt x="2607" y="2508"/>
                    <a:pt x="2233" y="2398"/>
                  </a:cubicBezTo>
                  <a:lnTo>
                    <a:pt x="1486" y="2189"/>
                  </a:lnTo>
                  <a:cubicBezTo>
                    <a:pt x="1288" y="2134"/>
                    <a:pt x="1156" y="2068"/>
                    <a:pt x="1068" y="2002"/>
                  </a:cubicBezTo>
                  <a:cubicBezTo>
                    <a:pt x="980" y="1925"/>
                    <a:pt x="936" y="1837"/>
                    <a:pt x="936" y="1738"/>
                  </a:cubicBezTo>
                  <a:cubicBezTo>
                    <a:pt x="936" y="1639"/>
                    <a:pt x="969" y="1562"/>
                    <a:pt x="1024" y="1485"/>
                  </a:cubicBezTo>
                  <a:cubicBezTo>
                    <a:pt x="1090" y="1408"/>
                    <a:pt x="1178" y="1353"/>
                    <a:pt x="1277" y="1309"/>
                  </a:cubicBezTo>
                  <a:cubicBezTo>
                    <a:pt x="1387" y="1265"/>
                    <a:pt x="1508" y="1254"/>
                    <a:pt x="1640" y="1254"/>
                  </a:cubicBezTo>
                  <a:cubicBezTo>
                    <a:pt x="1771" y="1254"/>
                    <a:pt x="1892" y="1287"/>
                    <a:pt x="2002" y="1342"/>
                  </a:cubicBezTo>
                  <a:cubicBezTo>
                    <a:pt x="2123" y="1397"/>
                    <a:pt x="2211" y="1474"/>
                    <a:pt x="2288" y="1562"/>
                  </a:cubicBezTo>
                  <a:cubicBezTo>
                    <a:pt x="2321" y="1606"/>
                    <a:pt x="2343" y="1650"/>
                    <a:pt x="2365" y="1694"/>
                  </a:cubicBezTo>
                  <a:cubicBezTo>
                    <a:pt x="2431" y="1804"/>
                    <a:pt x="2552" y="1881"/>
                    <a:pt x="2684" y="1859"/>
                  </a:cubicBezTo>
                  <a:lnTo>
                    <a:pt x="2937" y="1815"/>
                  </a:lnTo>
                  <a:cubicBezTo>
                    <a:pt x="3124" y="1771"/>
                    <a:pt x="3234" y="1573"/>
                    <a:pt x="3146" y="1397"/>
                  </a:cubicBezTo>
                  <a:cubicBezTo>
                    <a:pt x="3091" y="1276"/>
                    <a:pt x="3025" y="1177"/>
                    <a:pt x="2948" y="1078"/>
                  </a:cubicBezTo>
                  <a:cubicBezTo>
                    <a:pt x="2805" y="891"/>
                    <a:pt x="2618" y="759"/>
                    <a:pt x="2398" y="660"/>
                  </a:cubicBezTo>
                  <a:cubicBezTo>
                    <a:pt x="2365" y="638"/>
                    <a:pt x="2321" y="616"/>
                    <a:pt x="2277" y="605"/>
                  </a:cubicBezTo>
                  <a:cubicBezTo>
                    <a:pt x="2156" y="572"/>
                    <a:pt x="2079" y="451"/>
                    <a:pt x="2079" y="330"/>
                  </a:cubicBezTo>
                  <a:lnTo>
                    <a:pt x="2079" y="297"/>
                  </a:lnTo>
                  <a:cubicBezTo>
                    <a:pt x="2079" y="132"/>
                    <a:pt x="1947" y="0"/>
                    <a:pt x="1782" y="0"/>
                  </a:cubicBezTo>
                  <a:lnTo>
                    <a:pt x="1563" y="0"/>
                  </a:lnTo>
                  <a:cubicBezTo>
                    <a:pt x="1398" y="0"/>
                    <a:pt x="1266" y="132"/>
                    <a:pt x="1266" y="297"/>
                  </a:cubicBezTo>
                  <a:lnTo>
                    <a:pt x="1266" y="297"/>
                  </a:lnTo>
                  <a:cubicBezTo>
                    <a:pt x="1266" y="429"/>
                    <a:pt x="1189" y="550"/>
                    <a:pt x="1057" y="583"/>
                  </a:cubicBezTo>
                  <a:cubicBezTo>
                    <a:pt x="980" y="605"/>
                    <a:pt x="914" y="627"/>
                    <a:pt x="848" y="660"/>
                  </a:cubicBezTo>
                  <a:cubicBezTo>
                    <a:pt x="617" y="759"/>
                    <a:pt x="452" y="902"/>
                    <a:pt x="320" y="1100"/>
                  </a:cubicBezTo>
                  <a:cubicBezTo>
                    <a:pt x="199" y="1287"/>
                    <a:pt x="133" y="1518"/>
                    <a:pt x="133" y="1771"/>
                  </a:cubicBezTo>
                  <a:cubicBezTo>
                    <a:pt x="133" y="2332"/>
                    <a:pt x="441" y="2695"/>
                    <a:pt x="1046" y="2882"/>
                  </a:cubicBezTo>
                  <a:lnTo>
                    <a:pt x="2101" y="3211"/>
                  </a:lnTo>
                  <a:cubicBezTo>
                    <a:pt x="2244" y="3255"/>
                    <a:pt x="2343" y="3310"/>
                    <a:pt x="2409" y="3376"/>
                  </a:cubicBezTo>
                  <a:cubicBezTo>
                    <a:pt x="2475" y="3442"/>
                    <a:pt x="2497" y="3530"/>
                    <a:pt x="2497" y="3629"/>
                  </a:cubicBezTo>
                  <a:cubicBezTo>
                    <a:pt x="2497" y="3783"/>
                    <a:pt x="2431" y="3915"/>
                    <a:pt x="2277" y="4025"/>
                  </a:cubicBezTo>
                  <a:cubicBezTo>
                    <a:pt x="2134" y="4124"/>
                    <a:pt x="1947" y="4179"/>
                    <a:pt x="1728" y="4179"/>
                  </a:cubicBezTo>
                  <a:cubicBezTo>
                    <a:pt x="1486" y="4179"/>
                    <a:pt x="1288" y="4113"/>
                    <a:pt x="1112" y="3970"/>
                  </a:cubicBezTo>
                  <a:cubicBezTo>
                    <a:pt x="1002" y="3882"/>
                    <a:pt x="914" y="3761"/>
                    <a:pt x="848" y="3629"/>
                  </a:cubicBezTo>
                  <a:cubicBezTo>
                    <a:pt x="793" y="3508"/>
                    <a:pt x="661" y="3431"/>
                    <a:pt x="540" y="3453"/>
                  </a:cubicBezTo>
                  <a:lnTo>
                    <a:pt x="287" y="3486"/>
                  </a:lnTo>
                  <a:cubicBezTo>
                    <a:pt x="111" y="3519"/>
                    <a:pt x="1" y="3706"/>
                    <a:pt x="56" y="3882"/>
                  </a:cubicBezTo>
                  <a:cubicBezTo>
                    <a:pt x="111" y="4025"/>
                    <a:pt x="177" y="4157"/>
                    <a:pt x="265" y="4278"/>
                  </a:cubicBezTo>
                  <a:cubicBezTo>
                    <a:pt x="419" y="4487"/>
                    <a:pt x="617" y="4641"/>
                    <a:pt x="859" y="4762"/>
                  </a:cubicBezTo>
                  <a:cubicBezTo>
                    <a:pt x="925" y="4784"/>
                    <a:pt x="991" y="4817"/>
                    <a:pt x="1057" y="4839"/>
                  </a:cubicBezTo>
                  <a:cubicBezTo>
                    <a:pt x="1178" y="4872"/>
                    <a:pt x="1266" y="4982"/>
                    <a:pt x="1266" y="5114"/>
                  </a:cubicBezTo>
                  <a:lnTo>
                    <a:pt x="1266" y="5136"/>
                  </a:lnTo>
                  <a:cubicBezTo>
                    <a:pt x="1266" y="5301"/>
                    <a:pt x="1398" y="5433"/>
                    <a:pt x="1563" y="5433"/>
                  </a:cubicBezTo>
                  <a:lnTo>
                    <a:pt x="1782" y="5433"/>
                  </a:lnTo>
                  <a:cubicBezTo>
                    <a:pt x="1947" y="5433"/>
                    <a:pt x="2079" y="5301"/>
                    <a:pt x="2079" y="5136"/>
                  </a:cubicBezTo>
                  <a:lnTo>
                    <a:pt x="2079" y="5125"/>
                  </a:lnTo>
                  <a:cubicBezTo>
                    <a:pt x="2079" y="4993"/>
                    <a:pt x="2156" y="4883"/>
                    <a:pt x="2288" y="4839"/>
                  </a:cubicBezTo>
                  <a:cubicBezTo>
                    <a:pt x="2365" y="4817"/>
                    <a:pt x="2453" y="4795"/>
                    <a:pt x="2530" y="4751"/>
                  </a:cubicBezTo>
                  <a:cubicBezTo>
                    <a:pt x="2772" y="4641"/>
                    <a:pt x="2959" y="4487"/>
                    <a:pt x="3102" y="4278"/>
                  </a:cubicBezTo>
                  <a:cubicBezTo>
                    <a:pt x="3234" y="4080"/>
                    <a:pt x="3300" y="3838"/>
                    <a:pt x="3300" y="3574"/>
                  </a:cubicBezTo>
                  <a:cubicBezTo>
                    <a:pt x="3300" y="3266"/>
                    <a:pt x="3223" y="3025"/>
                    <a:pt x="3058" y="2838"/>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2"/>
            <p:cNvSpPr/>
            <p:nvPr/>
          </p:nvSpPr>
          <p:spPr>
            <a:xfrm>
              <a:off x="2763357" y="1976270"/>
              <a:ext cx="33301" cy="198576"/>
            </a:xfrm>
            <a:custGeom>
              <a:rect b="b" l="l" r="r" t="t"/>
              <a:pathLst>
                <a:path extrusionOk="0" h="3089" w="518">
                  <a:moveTo>
                    <a:pt x="113" y="1"/>
                  </a:moveTo>
                  <a:cubicBezTo>
                    <a:pt x="101" y="1"/>
                    <a:pt x="89" y="3"/>
                    <a:pt x="78" y="9"/>
                  </a:cubicBezTo>
                  <a:cubicBezTo>
                    <a:pt x="23" y="31"/>
                    <a:pt x="1" y="97"/>
                    <a:pt x="23" y="141"/>
                  </a:cubicBezTo>
                  <a:cubicBezTo>
                    <a:pt x="221" y="592"/>
                    <a:pt x="320" y="1054"/>
                    <a:pt x="320" y="1549"/>
                  </a:cubicBezTo>
                  <a:cubicBezTo>
                    <a:pt x="320" y="2032"/>
                    <a:pt x="221" y="2505"/>
                    <a:pt x="23" y="2956"/>
                  </a:cubicBezTo>
                  <a:cubicBezTo>
                    <a:pt x="1" y="3000"/>
                    <a:pt x="23" y="3066"/>
                    <a:pt x="78" y="3088"/>
                  </a:cubicBezTo>
                  <a:lnTo>
                    <a:pt x="111" y="3088"/>
                  </a:lnTo>
                  <a:cubicBezTo>
                    <a:pt x="155" y="3088"/>
                    <a:pt x="188" y="3066"/>
                    <a:pt x="210" y="3033"/>
                  </a:cubicBezTo>
                  <a:cubicBezTo>
                    <a:pt x="419" y="2560"/>
                    <a:pt x="518" y="2065"/>
                    <a:pt x="518" y="1549"/>
                  </a:cubicBezTo>
                  <a:cubicBezTo>
                    <a:pt x="518" y="1032"/>
                    <a:pt x="419" y="537"/>
                    <a:pt x="210" y="64"/>
                  </a:cubicBezTo>
                  <a:cubicBezTo>
                    <a:pt x="185" y="23"/>
                    <a:pt x="149" y="1"/>
                    <a:pt x="113" y="1"/>
                  </a:cubicBezTo>
                  <a:close/>
                </a:path>
              </a:pathLst>
            </a:custGeom>
            <a:solidFill>
              <a:srgbClr val="FFFFFF">
                <a:alpha val="2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p2"/>
            <p:cNvSpPr/>
            <p:nvPr/>
          </p:nvSpPr>
          <p:spPr>
            <a:xfrm>
              <a:off x="2327174" y="1976270"/>
              <a:ext cx="33301" cy="198576"/>
            </a:xfrm>
            <a:custGeom>
              <a:rect b="b" l="l" r="r" t="t"/>
              <a:pathLst>
                <a:path extrusionOk="0" h="3089" w="518">
                  <a:moveTo>
                    <a:pt x="409" y="1"/>
                  </a:moveTo>
                  <a:cubicBezTo>
                    <a:pt x="370" y="1"/>
                    <a:pt x="336" y="23"/>
                    <a:pt x="319" y="64"/>
                  </a:cubicBezTo>
                  <a:cubicBezTo>
                    <a:pt x="110" y="537"/>
                    <a:pt x="0" y="1032"/>
                    <a:pt x="0" y="1549"/>
                  </a:cubicBezTo>
                  <a:cubicBezTo>
                    <a:pt x="0" y="2065"/>
                    <a:pt x="110" y="2560"/>
                    <a:pt x="319" y="3033"/>
                  </a:cubicBezTo>
                  <a:cubicBezTo>
                    <a:pt x="330" y="3066"/>
                    <a:pt x="363" y="3088"/>
                    <a:pt x="407" y="3088"/>
                  </a:cubicBezTo>
                  <a:lnTo>
                    <a:pt x="451" y="3088"/>
                  </a:lnTo>
                  <a:cubicBezTo>
                    <a:pt x="495" y="3055"/>
                    <a:pt x="517" y="3000"/>
                    <a:pt x="495" y="2956"/>
                  </a:cubicBezTo>
                  <a:cubicBezTo>
                    <a:pt x="297" y="2505"/>
                    <a:pt x="198" y="2032"/>
                    <a:pt x="198" y="1549"/>
                  </a:cubicBezTo>
                  <a:cubicBezTo>
                    <a:pt x="198" y="1054"/>
                    <a:pt x="297" y="592"/>
                    <a:pt x="495" y="141"/>
                  </a:cubicBezTo>
                  <a:cubicBezTo>
                    <a:pt x="517" y="97"/>
                    <a:pt x="495" y="31"/>
                    <a:pt x="451" y="9"/>
                  </a:cubicBezTo>
                  <a:cubicBezTo>
                    <a:pt x="437" y="3"/>
                    <a:pt x="423" y="1"/>
                    <a:pt x="409" y="1"/>
                  </a:cubicBezTo>
                  <a:close/>
                </a:path>
              </a:pathLst>
            </a:custGeom>
            <a:solidFill>
              <a:srgbClr val="FFFFFF">
                <a:alpha val="2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2"/>
            <p:cNvSpPr/>
            <p:nvPr/>
          </p:nvSpPr>
          <p:spPr>
            <a:xfrm>
              <a:off x="2421225" y="1303068"/>
              <a:ext cx="281386" cy="21985"/>
            </a:xfrm>
            <a:custGeom>
              <a:rect b="b" l="l" r="r" t="t"/>
              <a:pathLst>
                <a:path extrusionOk="0" h="342" w="4377">
                  <a:moveTo>
                    <a:pt x="4212" y="1"/>
                  </a:moveTo>
                  <a:lnTo>
                    <a:pt x="165" y="1"/>
                  </a:lnTo>
                  <a:cubicBezTo>
                    <a:pt x="77" y="1"/>
                    <a:pt x="0" y="78"/>
                    <a:pt x="0" y="166"/>
                  </a:cubicBezTo>
                  <a:lnTo>
                    <a:pt x="0" y="166"/>
                  </a:lnTo>
                  <a:cubicBezTo>
                    <a:pt x="0" y="265"/>
                    <a:pt x="77" y="342"/>
                    <a:pt x="165" y="342"/>
                  </a:cubicBezTo>
                  <a:lnTo>
                    <a:pt x="4212" y="342"/>
                  </a:lnTo>
                  <a:cubicBezTo>
                    <a:pt x="4300" y="342"/>
                    <a:pt x="4377" y="265"/>
                    <a:pt x="4377" y="166"/>
                  </a:cubicBezTo>
                  <a:lnTo>
                    <a:pt x="4377" y="166"/>
                  </a:lnTo>
                  <a:cubicBezTo>
                    <a:pt x="4377" y="78"/>
                    <a:pt x="4300" y="1"/>
                    <a:pt x="4212" y="1"/>
                  </a:cubicBezTo>
                  <a:close/>
                </a:path>
              </a:pathLst>
            </a:custGeom>
            <a:solidFill>
              <a:srgbClr val="0022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2"/>
            <p:cNvSpPr/>
            <p:nvPr/>
          </p:nvSpPr>
          <p:spPr>
            <a:xfrm>
              <a:off x="2017506" y="3793696"/>
              <a:ext cx="1089545" cy="22693"/>
            </a:xfrm>
            <a:custGeom>
              <a:rect b="b" l="l" r="r" t="t"/>
              <a:pathLst>
                <a:path extrusionOk="0" h="353" w="16948">
                  <a:moveTo>
                    <a:pt x="177" y="1"/>
                  </a:moveTo>
                  <a:cubicBezTo>
                    <a:pt x="78" y="1"/>
                    <a:pt x="1" y="78"/>
                    <a:pt x="1" y="177"/>
                  </a:cubicBezTo>
                  <a:cubicBezTo>
                    <a:pt x="1" y="276"/>
                    <a:pt x="78" y="352"/>
                    <a:pt x="177" y="352"/>
                  </a:cubicBezTo>
                  <a:lnTo>
                    <a:pt x="16771" y="352"/>
                  </a:lnTo>
                  <a:cubicBezTo>
                    <a:pt x="16870" y="352"/>
                    <a:pt x="16947" y="276"/>
                    <a:pt x="16947" y="177"/>
                  </a:cubicBezTo>
                  <a:cubicBezTo>
                    <a:pt x="16947" y="78"/>
                    <a:pt x="16859" y="1"/>
                    <a:pt x="16771" y="1"/>
                  </a:cubicBezTo>
                  <a:close/>
                </a:path>
              </a:pathLst>
            </a:custGeom>
            <a:solidFill>
              <a:srgbClr val="000000">
                <a:alpha val="2627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p2"/>
            <p:cNvSpPr/>
            <p:nvPr/>
          </p:nvSpPr>
          <p:spPr>
            <a:xfrm>
              <a:off x="2017506" y="1264175"/>
              <a:ext cx="1089545" cy="22693"/>
            </a:xfrm>
            <a:custGeom>
              <a:rect b="b" l="l" r="r" t="t"/>
              <a:pathLst>
                <a:path extrusionOk="0" h="353" w="16948">
                  <a:moveTo>
                    <a:pt x="177" y="1"/>
                  </a:moveTo>
                  <a:cubicBezTo>
                    <a:pt x="78" y="1"/>
                    <a:pt x="1" y="78"/>
                    <a:pt x="1" y="177"/>
                  </a:cubicBezTo>
                  <a:cubicBezTo>
                    <a:pt x="1" y="276"/>
                    <a:pt x="78" y="353"/>
                    <a:pt x="177" y="353"/>
                  </a:cubicBezTo>
                  <a:lnTo>
                    <a:pt x="16771" y="353"/>
                  </a:lnTo>
                  <a:cubicBezTo>
                    <a:pt x="16870" y="353"/>
                    <a:pt x="16947" y="276"/>
                    <a:pt x="16947" y="177"/>
                  </a:cubicBezTo>
                  <a:cubicBezTo>
                    <a:pt x="16947" y="78"/>
                    <a:pt x="16859" y="1"/>
                    <a:pt x="16771" y="1"/>
                  </a:cubicBezTo>
                  <a:close/>
                </a:path>
              </a:pathLst>
            </a:custGeom>
            <a:solidFill>
              <a:srgbClr val="FFFFFF">
                <a:alpha val="2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5" name="Google Shape;1555;p2"/>
            <p:cNvSpPr/>
            <p:nvPr/>
          </p:nvSpPr>
          <p:spPr>
            <a:xfrm>
              <a:off x="2112971" y="2850622"/>
              <a:ext cx="901439" cy="72899"/>
            </a:xfrm>
            <a:custGeom>
              <a:rect b="b" l="l" r="r" t="t"/>
              <a:pathLst>
                <a:path extrusionOk="0" h="1134" w="14022">
                  <a:moveTo>
                    <a:pt x="7006" y="0"/>
                  </a:moveTo>
                  <a:cubicBezTo>
                    <a:pt x="3135" y="0"/>
                    <a:pt x="0" y="253"/>
                    <a:pt x="0" y="572"/>
                  </a:cubicBezTo>
                  <a:cubicBezTo>
                    <a:pt x="0" y="880"/>
                    <a:pt x="3135" y="1133"/>
                    <a:pt x="7006" y="1133"/>
                  </a:cubicBezTo>
                  <a:cubicBezTo>
                    <a:pt x="10877" y="1133"/>
                    <a:pt x="14022" y="880"/>
                    <a:pt x="14022" y="572"/>
                  </a:cubicBezTo>
                  <a:cubicBezTo>
                    <a:pt x="14022" y="253"/>
                    <a:pt x="10877" y="0"/>
                    <a:pt x="7006" y="0"/>
                  </a:cubicBezTo>
                  <a:close/>
                </a:path>
              </a:pathLst>
            </a:custGeom>
            <a:solidFill>
              <a:srgbClr val="000000">
                <a:alpha val="2627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p2"/>
            <p:cNvSpPr/>
            <p:nvPr/>
          </p:nvSpPr>
          <p:spPr>
            <a:xfrm>
              <a:off x="2169544" y="2322513"/>
              <a:ext cx="20572" cy="2893"/>
            </a:xfrm>
            <a:custGeom>
              <a:rect b="b" l="l" r="r" t="t"/>
              <a:pathLst>
                <a:path extrusionOk="0" h="45" w="320">
                  <a:moveTo>
                    <a:pt x="297" y="45"/>
                  </a:moveTo>
                  <a:lnTo>
                    <a:pt x="22" y="45"/>
                  </a:lnTo>
                  <a:cubicBezTo>
                    <a:pt x="11" y="45"/>
                    <a:pt x="0" y="45"/>
                    <a:pt x="0" y="23"/>
                  </a:cubicBezTo>
                  <a:cubicBezTo>
                    <a:pt x="0" y="12"/>
                    <a:pt x="11" y="1"/>
                    <a:pt x="22" y="1"/>
                  </a:cubicBezTo>
                  <a:lnTo>
                    <a:pt x="297" y="1"/>
                  </a:lnTo>
                  <a:cubicBezTo>
                    <a:pt x="308" y="1"/>
                    <a:pt x="319" y="12"/>
                    <a:pt x="319" y="23"/>
                  </a:cubicBezTo>
                  <a:cubicBezTo>
                    <a:pt x="319" y="45"/>
                    <a:pt x="308" y="45"/>
                    <a:pt x="297" y="45"/>
                  </a:cubicBezTo>
                  <a:close/>
                </a:path>
              </a:pathLst>
            </a:custGeom>
            <a:solidFill>
              <a:srgbClr val="0022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p2"/>
            <p:cNvSpPr/>
            <p:nvPr/>
          </p:nvSpPr>
          <p:spPr>
            <a:xfrm>
              <a:off x="2169544" y="2861936"/>
              <a:ext cx="20572" cy="3600"/>
            </a:xfrm>
            <a:custGeom>
              <a:rect b="b" l="l" r="r" t="t"/>
              <a:pathLst>
                <a:path extrusionOk="0" h="56" w="320">
                  <a:moveTo>
                    <a:pt x="297" y="55"/>
                  </a:moveTo>
                  <a:lnTo>
                    <a:pt x="22" y="55"/>
                  </a:lnTo>
                  <a:cubicBezTo>
                    <a:pt x="11" y="55"/>
                    <a:pt x="0" y="44"/>
                    <a:pt x="0" y="22"/>
                  </a:cubicBezTo>
                  <a:cubicBezTo>
                    <a:pt x="0" y="11"/>
                    <a:pt x="11" y="0"/>
                    <a:pt x="22" y="0"/>
                  </a:cubicBezTo>
                  <a:lnTo>
                    <a:pt x="297" y="0"/>
                  </a:lnTo>
                  <a:cubicBezTo>
                    <a:pt x="308" y="0"/>
                    <a:pt x="319" y="11"/>
                    <a:pt x="319" y="22"/>
                  </a:cubicBezTo>
                  <a:cubicBezTo>
                    <a:pt x="319" y="44"/>
                    <a:pt x="308" y="55"/>
                    <a:pt x="297" y="55"/>
                  </a:cubicBezTo>
                  <a:close/>
                </a:path>
              </a:pathLst>
            </a:custGeom>
            <a:solidFill>
              <a:srgbClr val="0022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2"/>
            <p:cNvSpPr/>
            <p:nvPr/>
          </p:nvSpPr>
          <p:spPr>
            <a:xfrm>
              <a:off x="2636134" y="2538128"/>
              <a:ext cx="111025" cy="111792"/>
            </a:xfrm>
            <a:custGeom>
              <a:rect b="b" l="l" r="r" t="t"/>
              <a:pathLst>
                <a:path extrusionOk="0" h="1739" w="1727">
                  <a:moveTo>
                    <a:pt x="869" y="1"/>
                  </a:moveTo>
                  <a:cubicBezTo>
                    <a:pt x="385" y="1"/>
                    <a:pt x="0" y="386"/>
                    <a:pt x="0" y="869"/>
                  </a:cubicBezTo>
                  <a:cubicBezTo>
                    <a:pt x="0" y="1342"/>
                    <a:pt x="385" y="1738"/>
                    <a:pt x="869" y="1738"/>
                  </a:cubicBezTo>
                  <a:cubicBezTo>
                    <a:pt x="1342" y="1738"/>
                    <a:pt x="1727" y="1342"/>
                    <a:pt x="1727" y="869"/>
                  </a:cubicBezTo>
                  <a:cubicBezTo>
                    <a:pt x="1727" y="386"/>
                    <a:pt x="1342" y="1"/>
                    <a:pt x="86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p2"/>
            <p:cNvSpPr/>
            <p:nvPr/>
          </p:nvSpPr>
          <p:spPr>
            <a:xfrm>
              <a:off x="2206251" y="2876786"/>
              <a:ext cx="668204" cy="10671"/>
            </a:xfrm>
            <a:custGeom>
              <a:rect b="b" l="l" r="r" t="t"/>
              <a:pathLst>
                <a:path extrusionOk="0" h="166" w="10394">
                  <a:moveTo>
                    <a:pt x="78" y="0"/>
                  </a:moveTo>
                  <a:cubicBezTo>
                    <a:pt x="34" y="0"/>
                    <a:pt x="1" y="33"/>
                    <a:pt x="1" y="77"/>
                  </a:cubicBezTo>
                  <a:cubicBezTo>
                    <a:pt x="1" y="121"/>
                    <a:pt x="34" y="165"/>
                    <a:pt x="78" y="165"/>
                  </a:cubicBezTo>
                  <a:lnTo>
                    <a:pt x="10316" y="165"/>
                  </a:lnTo>
                  <a:cubicBezTo>
                    <a:pt x="10360" y="165"/>
                    <a:pt x="10393" y="121"/>
                    <a:pt x="10393" y="77"/>
                  </a:cubicBezTo>
                  <a:cubicBezTo>
                    <a:pt x="10393" y="33"/>
                    <a:pt x="10360" y="0"/>
                    <a:pt x="10316" y="0"/>
                  </a:cubicBezTo>
                  <a:close/>
                </a:path>
              </a:pathLst>
            </a:custGeom>
            <a:solidFill>
              <a:srgbClr val="000000">
                <a:alpha val="2627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p2"/>
            <p:cNvSpPr/>
            <p:nvPr/>
          </p:nvSpPr>
          <p:spPr>
            <a:xfrm>
              <a:off x="2182272" y="2308371"/>
              <a:ext cx="524586" cy="31885"/>
            </a:xfrm>
            <a:custGeom>
              <a:rect b="b" l="l" r="r" t="t"/>
              <a:pathLst>
                <a:path extrusionOk="0" h="496" w="8160">
                  <a:moveTo>
                    <a:pt x="242" y="1"/>
                  </a:moveTo>
                  <a:cubicBezTo>
                    <a:pt x="110" y="1"/>
                    <a:pt x="0" y="111"/>
                    <a:pt x="0" y="243"/>
                  </a:cubicBezTo>
                  <a:cubicBezTo>
                    <a:pt x="0" y="386"/>
                    <a:pt x="110" y="496"/>
                    <a:pt x="242" y="496"/>
                  </a:cubicBezTo>
                  <a:lnTo>
                    <a:pt x="7918" y="496"/>
                  </a:lnTo>
                  <a:cubicBezTo>
                    <a:pt x="8050" y="496"/>
                    <a:pt x="8160" y="386"/>
                    <a:pt x="8160" y="243"/>
                  </a:cubicBezTo>
                  <a:cubicBezTo>
                    <a:pt x="8160" y="111"/>
                    <a:pt x="8050" y="1"/>
                    <a:pt x="7918" y="1"/>
                  </a:cubicBezTo>
                  <a:close/>
                </a:path>
              </a:pathLst>
            </a:custGeom>
            <a:solidFill>
              <a:srgbClr val="FFFFFF">
                <a:alpha val="2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p2"/>
            <p:cNvSpPr/>
            <p:nvPr/>
          </p:nvSpPr>
          <p:spPr>
            <a:xfrm>
              <a:off x="1917155" y="1366004"/>
              <a:ext cx="600960" cy="740949"/>
            </a:xfrm>
            <a:custGeom>
              <a:rect b="b" l="l" r="r" t="t"/>
              <a:pathLst>
                <a:path extrusionOk="0" h="11526" w="9348">
                  <a:moveTo>
                    <a:pt x="7676" y="1"/>
                  </a:moveTo>
                  <a:lnTo>
                    <a:pt x="0" y="9458"/>
                  </a:lnTo>
                  <a:lnTo>
                    <a:pt x="0" y="11525"/>
                  </a:lnTo>
                  <a:lnTo>
                    <a:pt x="9348" y="1"/>
                  </a:lnTo>
                  <a:close/>
                </a:path>
              </a:pathLst>
            </a:custGeom>
            <a:solidFill>
              <a:srgbClr val="FFFFFF">
                <a:alpha val="2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2" name="Google Shape;1562;p2"/>
            <p:cNvSpPr/>
            <p:nvPr/>
          </p:nvSpPr>
          <p:spPr>
            <a:xfrm>
              <a:off x="1805425" y="3720860"/>
              <a:ext cx="733906" cy="118863"/>
            </a:xfrm>
            <a:custGeom>
              <a:rect b="b" l="l" r="r" t="t"/>
              <a:pathLst>
                <a:path extrusionOk="0" h="1849" w="11416">
                  <a:moveTo>
                    <a:pt x="924" y="1"/>
                  </a:moveTo>
                  <a:cubicBezTo>
                    <a:pt x="407" y="1"/>
                    <a:pt x="1" y="408"/>
                    <a:pt x="1" y="925"/>
                  </a:cubicBezTo>
                  <a:cubicBezTo>
                    <a:pt x="1" y="1431"/>
                    <a:pt x="407" y="1848"/>
                    <a:pt x="924" y="1848"/>
                  </a:cubicBezTo>
                  <a:lnTo>
                    <a:pt x="10503" y="1848"/>
                  </a:lnTo>
                  <a:cubicBezTo>
                    <a:pt x="11009" y="1848"/>
                    <a:pt x="11416" y="1431"/>
                    <a:pt x="11416" y="925"/>
                  </a:cubicBezTo>
                  <a:cubicBezTo>
                    <a:pt x="11416" y="408"/>
                    <a:pt x="11009" y="1"/>
                    <a:pt x="1050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p2"/>
            <p:cNvSpPr/>
            <p:nvPr/>
          </p:nvSpPr>
          <p:spPr>
            <a:xfrm>
              <a:off x="2184394" y="3720860"/>
              <a:ext cx="232656" cy="118863"/>
            </a:xfrm>
            <a:custGeom>
              <a:rect b="b" l="l" r="r" t="t"/>
              <a:pathLst>
                <a:path extrusionOk="0" h="1849" w="3619">
                  <a:moveTo>
                    <a:pt x="0" y="1"/>
                  </a:moveTo>
                  <a:lnTo>
                    <a:pt x="0" y="1848"/>
                  </a:lnTo>
                  <a:lnTo>
                    <a:pt x="3618" y="1848"/>
                  </a:lnTo>
                  <a:lnTo>
                    <a:pt x="36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p2"/>
            <p:cNvSpPr/>
            <p:nvPr/>
          </p:nvSpPr>
          <p:spPr>
            <a:xfrm>
              <a:off x="2444561" y="3720860"/>
              <a:ext cx="48087" cy="118863"/>
            </a:xfrm>
            <a:custGeom>
              <a:rect b="b" l="l" r="r" t="t"/>
              <a:pathLst>
                <a:path extrusionOk="0" h="1849" w="748">
                  <a:moveTo>
                    <a:pt x="0" y="1"/>
                  </a:moveTo>
                  <a:lnTo>
                    <a:pt x="0" y="1848"/>
                  </a:lnTo>
                  <a:lnTo>
                    <a:pt x="748" y="1848"/>
                  </a:lnTo>
                  <a:lnTo>
                    <a:pt x="74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5" name="Google Shape;1565;p2"/>
            <p:cNvSpPr/>
            <p:nvPr/>
          </p:nvSpPr>
          <p:spPr>
            <a:xfrm>
              <a:off x="1852097" y="3720860"/>
              <a:ext cx="47444" cy="118863"/>
            </a:xfrm>
            <a:custGeom>
              <a:rect b="b" l="l" r="r" t="t"/>
              <a:pathLst>
                <a:path extrusionOk="0" h="1849" w="738">
                  <a:moveTo>
                    <a:pt x="0" y="1"/>
                  </a:moveTo>
                  <a:lnTo>
                    <a:pt x="0" y="1848"/>
                  </a:lnTo>
                  <a:lnTo>
                    <a:pt x="737" y="1848"/>
                  </a:lnTo>
                  <a:lnTo>
                    <a:pt x="7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6" name="Google Shape;1566;p2"/>
            <p:cNvSpPr/>
            <p:nvPr/>
          </p:nvSpPr>
          <p:spPr>
            <a:xfrm>
              <a:off x="1835833" y="3730053"/>
              <a:ext cx="673797" cy="23400"/>
            </a:xfrm>
            <a:custGeom>
              <a:rect b="b" l="l" r="r" t="t"/>
              <a:pathLst>
                <a:path extrusionOk="0" h="364" w="10481">
                  <a:moveTo>
                    <a:pt x="187" y="1"/>
                  </a:moveTo>
                  <a:cubicBezTo>
                    <a:pt x="77" y="1"/>
                    <a:pt x="0" y="78"/>
                    <a:pt x="0" y="177"/>
                  </a:cubicBezTo>
                  <a:cubicBezTo>
                    <a:pt x="0" y="287"/>
                    <a:pt x="77" y="364"/>
                    <a:pt x="187" y="364"/>
                  </a:cubicBezTo>
                  <a:lnTo>
                    <a:pt x="10294" y="364"/>
                  </a:lnTo>
                  <a:cubicBezTo>
                    <a:pt x="10393" y="364"/>
                    <a:pt x="10481" y="276"/>
                    <a:pt x="10481" y="177"/>
                  </a:cubicBezTo>
                  <a:cubicBezTo>
                    <a:pt x="10481" y="78"/>
                    <a:pt x="10393" y="1"/>
                    <a:pt x="10294" y="1"/>
                  </a:cubicBezTo>
                  <a:close/>
                </a:path>
              </a:pathLst>
            </a:custGeom>
            <a:solidFill>
              <a:srgbClr val="FFFFFF">
                <a:alpha val="2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7" name="Google Shape;1567;p2"/>
            <p:cNvSpPr/>
            <p:nvPr/>
          </p:nvSpPr>
          <p:spPr>
            <a:xfrm>
              <a:off x="1831590" y="3826932"/>
              <a:ext cx="682283" cy="12793"/>
            </a:xfrm>
            <a:custGeom>
              <a:rect b="b" l="l" r="r" t="t"/>
              <a:pathLst>
                <a:path extrusionOk="0" h="199" w="10613">
                  <a:moveTo>
                    <a:pt x="99" y="0"/>
                  </a:moveTo>
                  <a:cubicBezTo>
                    <a:pt x="44" y="0"/>
                    <a:pt x="0" y="44"/>
                    <a:pt x="0" y="99"/>
                  </a:cubicBezTo>
                  <a:cubicBezTo>
                    <a:pt x="0" y="154"/>
                    <a:pt x="44" y="198"/>
                    <a:pt x="99" y="198"/>
                  </a:cubicBezTo>
                  <a:lnTo>
                    <a:pt x="10514" y="198"/>
                  </a:lnTo>
                  <a:cubicBezTo>
                    <a:pt x="10569" y="198"/>
                    <a:pt x="10613" y="154"/>
                    <a:pt x="10613" y="99"/>
                  </a:cubicBezTo>
                  <a:cubicBezTo>
                    <a:pt x="10613" y="44"/>
                    <a:pt x="10569" y="0"/>
                    <a:pt x="10514" y="0"/>
                  </a:cubicBezTo>
                  <a:close/>
                </a:path>
              </a:pathLst>
            </a:custGeom>
            <a:solidFill>
              <a:srgbClr val="000000">
                <a:alpha val="2627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8" name="Google Shape;1568;p2"/>
            <p:cNvSpPr/>
            <p:nvPr/>
          </p:nvSpPr>
          <p:spPr>
            <a:xfrm>
              <a:off x="1736124" y="3602831"/>
              <a:ext cx="733906" cy="118092"/>
            </a:xfrm>
            <a:custGeom>
              <a:rect b="b" l="l" r="r" t="t"/>
              <a:pathLst>
                <a:path extrusionOk="0" h="1837" w="11416">
                  <a:moveTo>
                    <a:pt x="925" y="0"/>
                  </a:moveTo>
                  <a:cubicBezTo>
                    <a:pt x="408" y="0"/>
                    <a:pt x="1" y="407"/>
                    <a:pt x="1" y="913"/>
                  </a:cubicBezTo>
                  <a:cubicBezTo>
                    <a:pt x="1" y="1430"/>
                    <a:pt x="408" y="1837"/>
                    <a:pt x="925" y="1837"/>
                  </a:cubicBezTo>
                  <a:lnTo>
                    <a:pt x="10492" y="1837"/>
                  </a:lnTo>
                  <a:cubicBezTo>
                    <a:pt x="11009" y="1837"/>
                    <a:pt x="11416" y="1430"/>
                    <a:pt x="11416" y="913"/>
                  </a:cubicBezTo>
                  <a:cubicBezTo>
                    <a:pt x="11416" y="407"/>
                    <a:pt x="11009" y="0"/>
                    <a:pt x="1049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p2"/>
            <p:cNvSpPr/>
            <p:nvPr/>
          </p:nvSpPr>
          <p:spPr>
            <a:xfrm>
              <a:off x="2115093" y="3602831"/>
              <a:ext cx="232656" cy="118092"/>
            </a:xfrm>
            <a:custGeom>
              <a:rect b="b" l="l" r="r" t="t"/>
              <a:pathLst>
                <a:path extrusionOk="0" h="1837" w="3619">
                  <a:moveTo>
                    <a:pt x="0" y="0"/>
                  </a:moveTo>
                  <a:lnTo>
                    <a:pt x="0" y="1837"/>
                  </a:lnTo>
                  <a:lnTo>
                    <a:pt x="3618" y="1837"/>
                  </a:lnTo>
                  <a:lnTo>
                    <a:pt x="36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0" name="Google Shape;1570;p2"/>
            <p:cNvSpPr/>
            <p:nvPr/>
          </p:nvSpPr>
          <p:spPr>
            <a:xfrm>
              <a:off x="2375260" y="3602831"/>
              <a:ext cx="48151" cy="118092"/>
            </a:xfrm>
            <a:custGeom>
              <a:rect b="b" l="l" r="r" t="t"/>
              <a:pathLst>
                <a:path extrusionOk="0" h="1837" w="749">
                  <a:moveTo>
                    <a:pt x="0" y="0"/>
                  </a:moveTo>
                  <a:lnTo>
                    <a:pt x="0" y="1837"/>
                  </a:lnTo>
                  <a:lnTo>
                    <a:pt x="748" y="1837"/>
                  </a:lnTo>
                  <a:lnTo>
                    <a:pt x="74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1" name="Google Shape;1571;p2"/>
            <p:cNvSpPr/>
            <p:nvPr/>
          </p:nvSpPr>
          <p:spPr>
            <a:xfrm>
              <a:off x="1782796" y="3602831"/>
              <a:ext cx="47444" cy="118092"/>
            </a:xfrm>
            <a:custGeom>
              <a:rect b="b" l="l" r="r" t="t"/>
              <a:pathLst>
                <a:path extrusionOk="0" h="1837" w="738">
                  <a:moveTo>
                    <a:pt x="1" y="0"/>
                  </a:moveTo>
                  <a:lnTo>
                    <a:pt x="1" y="1837"/>
                  </a:lnTo>
                  <a:lnTo>
                    <a:pt x="737" y="1837"/>
                  </a:lnTo>
                  <a:lnTo>
                    <a:pt x="73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2" name="Google Shape;1572;p2"/>
            <p:cNvSpPr/>
            <p:nvPr/>
          </p:nvSpPr>
          <p:spPr>
            <a:xfrm>
              <a:off x="1766532" y="3611317"/>
              <a:ext cx="673154" cy="23400"/>
            </a:xfrm>
            <a:custGeom>
              <a:rect b="b" l="l" r="r" t="t"/>
              <a:pathLst>
                <a:path extrusionOk="0" h="364" w="10471">
                  <a:moveTo>
                    <a:pt x="177" y="0"/>
                  </a:moveTo>
                  <a:cubicBezTo>
                    <a:pt x="78" y="0"/>
                    <a:pt x="1" y="88"/>
                    <a:pt x="1" y="187"/>
                  </a:cubicBezTo>
                  <a:cubicBezTo>
                    <a:pt x="1" y="286"/>
                    <a:pt x="78" y="363"/>
                    <a:pt x="177" y="363"/>
                  </a:cubicBezTo>
                  <a:lnTo>
                    <a:pt x="10294" y="363"/>
                  </a:lnTo>
                  <a:cubicBezTo>
                    <a:pt x="10393" y="363"/>
                    <a:pt x="10470" y="286"/>
                    <a:pt x="10470" y="187"/>
                  </a:cubicBezTo>
                  <a:cubicBezTo>
                    <a:pt x="10470" y="88"/>
                    <a:pt x="10393" y="0"/>
                    <a:pt x="10294" y="0"/>
                  </a:cubicBezTo>
                  <a:close/>
                </a:path>
              </a:pathLst>
            </a:custGeom>
            <a:solidFill>
              <a:srgbClr val="FFFFFF">
                <a:alpha val="2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p2"/>
            <p:cNvSpPr/>
            <p:nvPr/>
          </p:nvSpPr>
          <p:spPr>
            <a:xfrm>
              <a:off x="1761582" y="3708131"/>
              <a:ext cx="682990" cy="12793"/>
            </a:xfrm>
            <a:custGeom>
              <a:rect b="b" l="l" r="r" t="t"/>
              <a:pathLst>
                <a:path extrusionOk="0" h="199" w="10624">
                  <a:moveTo>
                    <a:pt x="100" y="1"/>
                  </a:moveTo>
                  <a:cubicBezTo>
                    <a:pt x="45" y="1"/>
                    <a:pt x="1" y="45"/>
                    <a:pt x="1" y="100"/>
                  </a:cubicBezTo>
                  <a:cubicBezTo>
                    <a:pt x="1" y="155"/>
                    <a:pt x="45" y="199"/>
                    <a:pt x="100" y="199"/>
                  </a:cubicBezTo>
                  <a:lnTo>
                    <a:pt x="10514" y="199"/>
                  </a:lnTo>
                  <a:cubicBezTo>
                    <a:pt x="10569" y="199"/>
                    <a:pt x="10624" y="155"/>
                    <a:pt x="10624" y="100"/>
                  </a:cubicBezTo>
                  <a:cubicBezTo>
                    <a:pt x="10624" y="45"/>
                    <a:pt x="10580" y="1"/>
                    <a:pt x="10514" y="1"/>
                  </a:cubicBezTo>
                  <a:close/>
                </a:path>
              </a:pathLst>
            </a:custGeom>
            <a:solidFill>
              <a:srgbClr val="000000">
                <a:alpha val="2627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p2"/>
            <p:cNvSpPr/>
            <p:nvPr/>
          </p:nvSpPr>
          <p:spPr>
            <a:xfrm rot="194616">
              <a:off x="2156631" y="2288183"/>
              <a:ext cx="777692" cy="596119"/>
            </a:xfrm>
            <a:custGeom>
              <a:rect b="b" l="l" r="r" t="t"/>
              <a:pathLst>
                <a:path extrusionOk="0" h="9273" w="12097">
                  <a:moveTo>
                    <a:pt x="10617" y="0"/>
                  </a:moveTo>
                  <a:cubicBezTo>
                    <a:pt x="10597" y="0"/>
                    <a:pt x="10577" y="1"/>
                    <a:pt x="10557" y="2"/>
                  </a:cubicBezTo>
                  <a:lnTo>
                    <a:pt x="352" y="453"/>
                  </a:lnTo>
                  <a:cubicBezTo>
                    <a:pt x="154" y="464"/>
                    <a:pt x="0" y="629"/>
                    <a:pt x="11" y="827"/>
                  </a:cubicBezTo>
                  <a:lnTo>
                    <a:pt x="374" y="8931"/>
                  </a:lnTo>
                  <a:cubicBezTo>
                    <a:pt x="385" y="9129"/>
                    <a:pt x="550" y="9272"/>
                    <a:pt x="737" y="9272"/>
                  </a:cubicBezTo>
                  <a:lnTo>
                    <a:pt x="10942" y="8811"/>
                  </a:lnTo>
                  <a:cubicBezTo>
                    <a:pt x="11602" y="8789"/>
                    <a:pt x="12097" y="8228"/>
                    <a:pt x="12075" y="7579"/>
                  </a:cubicBezTo>
                  <a:lnTo>
                    <a:pt x="11789" y="1124"/>
                  </a:lnTo>
                  <a:cubicBezTo>
                    <a:pt x="11757" y="495"/>
                    <a:pt x="11240" y="0"/>
                    <a:pt x="1061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p2"/>
            <p:cNvSpPr/>
            <p:nvPr/>
          </p:nvSpPr>
          <p:spPr>
            <a:xfrm>
              <a:off x="2199887" y="2322513"/>
              <a:ext cx="731142" cy="543015"/>
            </a:xfrm>
            <a:custGeom>
              <a:rect b="b" l="l" r="r" t="t"/>
              <a:pathLst>
                <a:path extrusionOk="0" h="8447" w="11373">
                  <a:moveTo>
                    <a:pt x="10492" y="8446"/>
                  </a:moveTo>
                  <a:lnTo>
                    <a:pt x="10184" y="8446"/>
                  </a:lnTo>
                  <a:cubicBezTo>
                    <a:pt x="10173" y="8446"/>
                    <a:pt x="10162" y="8435"/>
                    <a:pt x="10162" y="8413"/>
                  </a:cubicBezTo>
                  <a:cubicBezTo>
                    <a:pt x="10162" y="8402"/>
                    <a:pt x="10173" y="8391"/>
                    <a:pt x="10184" y="8391"/>
                  </a:cubicBezTo>
                  <a:lnTo>
                    <a:pt x="10492" y="8391"/>
                  </a:lnTo>
                  <a:cubicBezTo>
                    <a:pt x="10569" y="8391"/>
                    <a:pt x="10646" y="8380"/>
                    <a:pt x="10712" y="8358"/>
                  </a:cubicBezTo>
                  <a:cubicBezTo>
                    <a:pt x="10734" y="8358"/>
                    <a:pt x="10745" y="8369"/>
                    <a:pt x="10745" y="8380"/>
                  </a:cubicBezTo>
                  <a:cubicBezTo>
                    <a:pt x="10745" y="8391"/>
                    <a:pt x="10745" y="8402"/>
                    <a:pt x="10734" y="8402"/>
                  </a:cubicBezTo>
                  <a:cubicBezTo>
                    <a:pt x="10646" y="8424"/>
                    <a:pt x="10569" y="8435"/>
                    <a:pt x="10481" y="8435"/>
                  </a:cubicBezTo>
                  <a:close/>
                  <a:moveTo>
                    <a:pt x="9997" y="8446"/>
                  </a:moveTo>
                  <a:lnTo>
                    <a:pt x="9459" y="8446"/>
                  </a:lnTo>
                  <a:cubicBezTo>
                    <a:pt x="9448" y="8446"/>
                    <a:pt x="9437" y="8435"/>
                    <a:pt x="9437" y="8413"/>
                  </a:cubicBezTo>
                  <a:cubicBezTo>
                    <a:pt x="9437" y="8402"/>
                    <a:pt x="9448" y="8391"/>
                    <a:pt x="9459" y="8391"/>
                  </a:cubicBezTo>
                  <a:lnTo>
                    <a:pt x="9997" y="8391"/>
                  </a:lnTo>
                  <a:cubicBezTo>
                    <a:pt x="10008" y="8391"/>
                    <a:pt x="10019" y="8402"/>
                    <a:pt x="10019" y="8413"/>
                  </a:cubicBezTo>
                  <a:cubicBezTo>
                    <a:pt x="10019" y="8435"/>
                    <a:pt x="10019" y="8446"/>
                    <a:pt x="9997" y="8446"/>
                  </a:cubicBezTo>
                  <a:close/>
                  <a:moveTo>
                    <a:pt x="9272" y="8446"/>
                  </a:moveTo>
                  <a:lnTo>
                    <a:pt x="8733" y="8446"/>
                  </a:lnTo>
                  <a:cubicBezTo>
                    <a:pt x="8722" y="8446"/>
                    <a:pt x="8711" y="8435"/>
                    <a:pt x="8711" y="8413"/>
                  </a:cubicBezTo>
                  <a:cubicBezTo>
                    <a:pt x="8711" y="8402"/>
                    <a:pt x="8722" y="8391"/>
                    <a:pt x="8733" y="8391"/>
                  </a:cubicBezTo>
                  <a:lnTo>
                    <a:pt x="9272" y="8391"/>
                  </a:lnTo>
                  <a:cubicBezTo>
                    <a:pt x="9283" y="8391"/>
                    <a:pt x="9294" y="8402"/>
                    <a:pt x="9294" y="8413"/>
                  </a:cubicBezTo>
                  <a:cubicBezTo>
                    <a:pt x="9294" y="8435"/>
                    <a:pt x="9294" y="8446"/>
                    <a:pt x="9272" y="8446"/>
                  </a:cubicBezTo>
                  <a:close/>
                  <a:moveTo>
                    <a:pt x="8546" y="8446"/>
                  </a:moveTo>
                  <a:lnTo>
                    <a:pt x="8007" y="8446"/>
                  </a:lnTo>
                  <a:cubicBezTo>
                    <a:pt x="7996" y="8446"/>
                    <a:pt x="7985" y="8435"/>
                    <a:pt x="7985" y="8413"/>
                  </a:cubicBezTo>
                  <a:cubicBezTo>
                    <a:pt x="7985" y="8402"/>
                    <a:pt x="7996" y="8391"/>
                    <a:pt x="8007" y="8391"/>
                  </a:cubicBezTo>
                  <a:lnTo>
                    <a:pt x="8546" y="8391"/>
                  </a:lnTo>
                  <a:cubicBezTo>
                    <a:pt x="8557" y="8391"/>
                    <a:pt x="8568" y="8402"/>
                    <a:pt x="8568" y="8413"/>
                  </a:cubicBezTo>
                  <a:cubicBezTo>
                    <a:pt x="8568" y="8435"/>
                    <a:pt x="8568" y="8446"/>
                    <a:pt x="8546" y="8446"/>
                  </a:cubicBezTo>
                  <a:close/>
                  <a:moveTo>
                    <a:pt x="7820" y="8446"/>
                  </a:moveTo>
                  <a:lnTo>
                    <a:pt x="7281" y="8446"/>
                  </a:lnTo>
                  <a:cubicBezTo>
                    <a:pt x="7270" y="8446"/>
                    <a:pt x="7259" y="8435"/>
                    <a:pt x="7259" y="8413"/>
                  </a:cubicBezTo>
                  <a:cubicBezTo>
                    <a:pt x="7259" y="8402"/>
                    <a:pt x="7270" y="8391"/>
                    <a:pt x="7281" y="8391"/>
                  </a:cubicBezTo>
                  <a:lnTo>
                    <a:pt x="7820" y="8391"/>
                  </a:lnTo>
                  <a:cubicBezTo>
                    <a:pt x="7831" y="8391"/>
                    <a:pt x="7842" y="8402"/>
                    <a:pt x="7842" y="8413"/>
                  </a:cubicBezTo>
                  <a:cubicBezTo>
                    <a:pt x="7842" y="8435"/>
                    <a:pt x="7842" y="8446"/>
                    <a:pt x="7820" y="8446"/>
                  </a:cubicBezTo>
                  <a:close/>
                  <a:moveTo>
                    <a:pt x="7094" y="8446"/>
                  </a:moveTo>
                  <a:lnTo>
                    <a:pt x="6555" y="8446"/>
                  </a:lnTo>
                  <a:cubicBezTo>
                    <a:pt x="6544" y="8446"/>
                    <a:pt x="6533" y="8435"/>
                    <a:pt x="6533" y="8413"/>
                  </a:cubicBezTo>
                  <a:cubicBezTo>
                    <a:pt x="6533" y="8402"/>
                    <a:pt x="6544" y="8391"/>
                    <a:pt x="6555" y="8391"/>
                  </a:cubicBezTo>
                  <a:lnTo>
                    <a:pt x="7094" y="8391"/>
                  </a:lnTo>
                  <a:cubicBezTo>
                    <a:pt x="7105" y="8391"/>
                    <a:pt x="7116" y="8402"/>
                    <a:pt x="7116" y="8413"/>
                  </a:cubicBezTo>
                  <a:cubicBezTo>
                    <a:pt x="7116" y="8435"/>
                    <a:pt x="7116" y="8446"/>
                    <a:pt x="7094" y="8446"/>
                  </a:cubicBezTo>
                  <a:close/>
                  <a:moveTo>
                    <a:pt x="6368" y="8446"/>
                  </a:moveTo>
                  <a:lnTo>
                    <a:pt x="5829" y="8446"/>
                  </a:lnTo>
                  <a:cubicBezTo>
                    <a:pt x="5818" y="8446"/>
                    <a:pt x="5807" y="8435"/>
                    <a:pt x="5807" y="8413"/>
                  </a:cubicBezTo>
                  <a:cubicBezTo>
                    <a:pt x="5807" y="8402"/>
                    <a:pt x="5818" y="8391"/>
                    <a:pt x="5829" y="8391"/>
                  </a:cubicBezTo>
                  <a:lnTo>
                    <a:pt x="6368" y="8391"/>
                  </a:lnTo>
                  <a:cubicBezTo>
                    <a:pt x="6379" y="8391"/>
                    <a:pt x="6390" y="8402"/>
                    <a:pt x="6390" y="8413"/>
                  </a:cubicBezTo>
                  <a:cubicBezTo>
                    <a:pt x="6390" y="8435"/>
                    <a:pt x="6390" y="8446"/>
                    <a:pt x="6368" y="8446"/>
                  </a:cubicBezTo>
                  <a:close/>
                  <a:moveTo>
                    <a:pt x="5643" y="8446"/>
                  </a:moveTo>
                  <a:lnTo>
                    <a:pt x="5104" y="8446"/>
                  </a:lnTo>
                  <a:cubicBezTo>
                    <a:pt x="5093" y="8446"/>
                    <a:pt x="5082" y="8435"/>
                    <a:pt x="5082" y="8413"/>
                  </a:cubicBezTo>
                  <a:cubicBezTo>
                    <a:pt x="5082" y="8402"/>
                    <a:pt x="5093" y="8391"/>
                    <a:pt x="5104" y="8391"/>
                  </a:cubicBezTo>
                  <a:lnTo>
                    <a:pt x="5643" y="8391"/>
                  </a:lnTo>
                  <a:cubicBezTo>
                    <a:pt x="5654" y="8391"/>
                    <a:pt x="5665" y="8402"/>
                    <a:pt x="5665" y="8413"/>
                  </a:cubicBezTo>
                  <a:cubicBezTo>
                    <a:pt x="5665" y="8435"/>
                    <a:pt x="5665" y="8446"/>
                    <a:pt x="5643" y="8446"/>
                  </a:cubicBezTo>
                  <a:close/>
                  <a:moveTo>
                    <a:pt x="4917" y="8446"/>
                  </a:moveTo>
                  <a:lnTo>
                    <a:pt x="4378" y="8446"/>
                  </a:lnTo>
                  <a:cubicBezTo>
                    <a:pt x="4367" y="8446"/>
                    <a:pt x="4356" y="8435"/>
                    <a:pt x="4356" y="8413"/>
                  </a:cubicBezTo>
                  <a:cubicBezTo>
                    <a:pt x="4356" y="8402"/>
                    <a:pt x="4367" y="8391"/>
                    <a:pt x="4378" y="8391"/>
                  </a:cubicBezTo>
                  <a:lnTo>
                    <a:pt x="4917" y="8391"/>
                  </a:lnTo>
                  <a:cubicBezTo>
                    <a:pt x="4928" y="8391"/>
                    <a:pt x="4939" y="8402"/>
                    <a:pt x="4939" y="8413"/>
                  </a:cubicBezTo>
                  <a:cubicBezTo>
                    <a:pt x="4939" y="8435"/>
                    <a:pt x="4939" y="8446"/>
                    <a:pt x="4917" y="8446"/>
                  </a:cubicBezTo>
                  <a:close/>
                  <a:moveTo>
                    <a:pt x="4191" y="8446"/>
                  </a:moveTo>
                  <a:lnTo>
                    <a:pt x="3652" y="8446"/>
                  </a:lnTo>
                  <a:cubicBezTo>
                    <a:pt x="3641" y="8446"/>
                    <a:pt x="3630" y="8435"/>
                    <a:pt x="3630" y="8413"/>
                  </a:cubicBezTo>
                  <a:cubicBezTo>
                    <a:pt x="3630" y="8402"/>
                    <a:pt x="3641" y="8391"/>
                    <a:pt x="3652" y="8391"/>
                  </a:cubicBezTo>
                  <a:lnTo>
                    <a:pt x="4191" y="8391"/>
                  </a:lnTo>
                  <a:cubicBezTo>
                    <a:pt x="4202" y="8391"/>
                    <a:pt x="4213" y="8402"/>
                    <a:pt x="4213" y="8413"/>
                  </a:cubicBezTo>
                  <a:cubicBezTo>
                    <a:pt x="4213" y="8435"/>
                    <a:pt x="4213" y="8446"/>
                    <a:pt x="4191" y="8446"/>
                  </a:cubicBezTo>
                  <a:close/>
                  <a:moveTo>
                    <a:pt x="3465" y="8446"/>
                  </a:moveTo>
                  <a:lnTo>
                    <a:pt x="2926" y="8446"/>
                  </a:lnTo>
                  <a:cubicBezTo>
                    <a:pt x="2915" y="8446"/>
                    <a:pt x="2904" y="8435"/>
                    <a:pt x="2904" y="8413"/>
                  </a:cubicBezTo>
                  <a:cubicBezTo>
                    <a:pt x="2904" y="8402"/>
                    <a:pt x="2915" y="8391"/>
                    <a:pt x="2926" y="8391"/>
                  </a:cubicBezTo>
                  <a:lnTo>
                    <a:pt x="3465" y="8391"/>
                  </a:lnTo>
                  <a:cubicBezTo>
                    <a:pt x="3476" y="8391"/>
                    <a:pt x="3487" y="8402"/>
                    <a:pt x="3487" y="8413"/>
                  </a:cubicBezTo>
                  <a:cubicBezTo>
                    <a:pt x="3487" y="8435"/>
                    <a:pt x="3487" y="8446"/>
                    <a:pt x="3465" y="8446"/>
                  </a:cubicBezTo>
                  <a:close/>
                  <a:moveTo>
                    <a:pt x="2739" y="8446"/>
                  </a:moveTo>
                  <a:lnTo>
                    <a:pt x="2200" y="8446"/>
                  </a:lnTo>
                  <a:cubicBezTo>
                    <a:pt x="2189" y="8446"/>
                    <a:pt x="2178" y="8435"/>
                    <a:pt x="2178" y="8413"/>
                  </a:cubicBezTo>
                  <a:cubicBezTo>
                    <a:pt x="2178" y="8402"/>
                    <a:pt x="2189" y="8391"/>
                    <a:pt x="2200" y="8391"/>
                  </a:cubicBezTo>
                  <a:lnTo>
                    <a:pt x="2739" y="8391"/>
                  </a:lnTo>
                  <a:cubicBezTo>
                    <a:pt x="2750" y="8391"/>
                    <a:pt x="2761" y="8402"/>
                    <a:pt x="2761" y="8413"/>
                  </a:cubicBezTo>
                  <a:cubicBezTo>
                    <a:pt x="2761" y="8435"/>
                    <a:pt x="2761" y="8446"/>
                    <a:pt x="2739" y="8446"/>
                  </a:cubicBezTo>
                  <a:close/>
                  <a:moveTo>
                    <a:pt x="2013" y="8446"/>
                  </a:moveTo>
                  <a:lnTo>
                    <a:pt x="1475" y="8446"/>
                  </a:lnTo>
                  <a:cubicBezTo>
                    <a:pt x="1464" y="8446"/>
                    <a:pt x="1453" y="8435"/>
                    <a:pt x="1453" y="8413"/>
                  </a:cubicBezTo>
                  <a:cubicBezTo>
                    <a:pt x="1453" y="8402"/>
                    <a:pt x="1464" y="8391"/>
                    <a:pt x="1475" y="8391"/>
                  </a:cubicBezTo>
                  <a:lnTo>
                    <a:pt x="2013" y="8391"/>
                  </a:lnTo>
                  <a:cubicBezTo>
                    <a:pt x="2024" y="8391"/>
                    <a:pt x="2035" y="8402"/>
                    <a:pt x="2035" y="8413"/>
                  </a:cubicBezTo>
                  <a:cubicBezTo>
                    <a:pt x="2035" y="8435"/>
                    <a:pt x="2035" y="8446"/>
                    <a:pt x="2013" y="8446"/>
                  </a:cubicBezTo>
                  <a:close/>
                  <a:moveTo>
                    <a:pt x="1288" y="8446"/>
                  </a:moveTo>
                  <a:lnTo>
                    <a:pt x="749" y="8446"/>
                  </a:lnTo>
                  <a:cubicBezTo>
                    <a:pt x="738" y="8446"/>
                    <a:pt x="727" y="8435"/>
                    <a:pt x="727" y="8413"/>
                  </a:cubicBezTo>
                  <a:cubicBezTo>
                    <a:pt x="727" y="8402"/>
                    <a:pt x="738" y="8391"/>
                    <a:pt x="749" y="8391"/>
                  </a:cubicBezTo>
                  <a:lnTo>
                    <a:pt x="1288" y="8391"/>
                  </a:lnTo>
                  <a:cubicBezTo>
                    <a:pt x="1299" y="8391"/>
                    <a:pt x="1310" y="8402"/>
                    <a:pt x="1310" y="8413"/>
                  </a:cubicBezTo>
                  <a:cubicBezTo>
                    <a:pt x="1310" y="8435"/>
                    <a:pt x="1310" y="8446"/>
                    <a:pt x="1288" y="8446"/>
                  </a:cubicBezTo>
                  <a:close/>
                  <a:moveTo>
                    <a:pt x="562" y="8446"/>
                  </a:moveTo>
                  <a:lnTo>
                    <a:pt x="23" y="8446"/>
                  </a:lnTo>
                  <a:cubicBezTo>
                    <a:pt x="12" y="8446"/>
                    <a:pt x="1" y="8435"/>
                    <a:pt x="1" y="8413"/>
                  </a:cubicBezTo>
                  <a:cubicBezTo>
                    <a:pt x="1" y="8402"/>
                    <a:pt x="12" y="8391"/>
                    <a:pt x="23" y="8391"/>
                  </a:cubicBezTo>
                  <a:lnTo>
                    <a:pt x="562" y="8391"/>
                  </a:lnTo>
                  <a:cubicBezTo>
                    <a:pt x="573" y="8391"/>
                    <a:pt x="584" y="8402"/>
                    <a:pt x="584" y="8413"/>
                  </a:cubicBezTo>
                  <a:cubicBezTo>
                    <a:pt x="584" y="8435"/>
                    <a:pt x="584" y="8446"/>
                    <a:pt x="562" y="8446"/>
                  </a:cubicBezTo>
                  <a:close/>
                  <a:moveTo>
                    <a:pt x="10899" y="8336"/>
                  </a:moveTo>
                  <a:cubicBezTo>
                    <a:pt x="10888" y="8336"/>
                    <a:pt x="10877" y="8336"/>
                    <a:pt x="10877" y="8325"/>
                  </a:cubicBezTo>
                  <a:cubicBezTo>
                    <a:pt x="10866" y="8314"/>
                    <a:pt x="10877" y="8303"/>
                    <a:pt x="10888" y="8292"/>
                  </a:cubicBezTo>
                  <a:cubicBezTo>
                    <a:pt x="11042" y="8215"/>
                    <a:pt x="11174" y="8083"/>
                    <a:pt x="11251" y="7919"/>
                  </a:cubicBezTo>
                  <a:cubicBezTo>
                    <a:pt x="11251" y="7908"/>
                    <a:pt x="11262" y="7897"/>
                    <a:pt x="11273" y="7908"/>
                  </a:cubicBezTo>
                  <a:cubicBezTo>
                    <a:pt x="11284" y="7908"/>
                    <a:pt x="11295" y="7930"/>
                    <a:pt x="11284" y="7941"/>
                  </a:cubicBezTo>
                  <a:cubicBezTo>
                    <a:pt x="11207" y="8105"/>
                    <a:pt x="11075" y="8248"/>
                    <a:pt x="10910" y="8336"/>
                  </a:cubicBezTo>
                  <a:cubicBezTo>
                    <a:pt x="10910" y="8336"/>
                    <a:pt x="10899" y="8336"/>
                    <a:pt x="10899" y="8336"/>
                  </a:cubicBezTo>
                  <a:close/>
                  <a:moveTo>
                    <a:pt x="11328" y="7787"/>
                  </a:moveTo>
                  <a:lnTo>
                    <a:pt x="11317" y="7787"/>
                  </a:lnTo>
                  <a:cubicBezTo>
                    <a:pt x="11306" y="7776"/>
                    <a:pt x="11306" y="7765"/>
                    <a:pt x="11306" y="7754"/>
                  </a:cubicBezTo>
                  <a:cubicBezTo>
                    <a:pt x="11317" y="7688"/>
                    <a:pt x="11328" y="7633"/>
                    <a:pt x="11328" y="7567"/>
                  </a:cubicBezTo>
                  <a:lnTo>
                    <a:pt x="11328" y="7215"/>
                  </a:lnTo>
                  <a:cubicBezTo>
                    <a:pt x="11328" y="7204"/>
                    <a:pt x="11339" y="7193"/>
                    <a:pt x="11350" y="7193"/>
                  </a:cubicBezTo>
                  <a:cubicBezTo>
                    <a:pt x="11361" y="7193"/>
                    <a:pt x="11372" y="7204"/>
                    <a:pt x="11372" y="7215"/>
                  </a:cubicBezTo>
                  <a:lnTo>
                    <a:pt x="11372" y="7567"/>
                  </a:lnTo>
                  <a:cubicBezTo>
                    <a:pt x="11372" y="7633"/>
                    <a:pt x="11361" y="7699"/>
                    <a:pt x="11350" y="7765"/>
                  </a:cubicBezTo>
                  <a:cubicBezTo>
                    <a:pt x="11350" y="7776"/>
                    <a:pt x="11339" y="7787"/>
                    <a:pt x="11328" y="7787"/>
                  </a:cubicBezTo>
                  <a:close/>
                  <a:moveTo>
                    <a:pt x="11350" y="7061"/>
                  </a:moveTo>
                  <a:cubicBezTo>
                    <a:pt x="11339" y="7061"/>
                    <a:pt x="11328" y="7050"/>
                    <a:pt x="11328" y="7039"/>
                  </a:cubicBezTo>
                  <a:lnTo>
                    <a:pt x="11328" y="6489"/>
                  </a:lnTo>
                  <a:cubicBezTo>
                    <a:pt x="11328" y="6478"/>
                    <a:pt x="11339" y="6467"/>
                    <a:pt x="11350" y="6467"/>
                  </a:cubicBezTo>
                  <a:cubicBezTo>
                    <a:pt x="11361" y="6467"/>
                    <a:pt x="11372" y="6478"/>
                    <a:pt x="11372" y="6489"/>
                  </a:cubicBezTo>
                  <a:lnTo>
                    <a:pt x="11372" y="7039"/>
                  </a:lnTo>
                  <a:cubicBezTo>
                    <a:pt x="11372" y="7050"/>
                    <a:pt x="11361" y="7061"/>
                    <a:pt x="11350" y="7061"/>
                  </a:cubicBezTo>
                  <a:close/>
                  <a:moveTo>
                    <a:pt x="11350" y="6335"/>
                  </a:moveTo>
                  <a:cubicBezTo>
                    <a:pt x="11339" y="6335"/>
                    <a:pt x="11328" y="6324"/>
                    <a:pt x="11328" y="6313"/>
                  </a:cubicBezTo>
                  <a:lnTo>
                    <a:pt x="11328" y="5763"/>
                  </a:lnTo>
                  <a:cubicBezTo>
                    <a:pt x="11328" y="5752"/>
                    <a:pt x="11339" y="5741"/>
                    <a:pt x="11350" y="5741"/>
                  </a:cubicBezTo>
                  <a:cubicBezTo>
                    <a:pt x="11361" y="5741"/>
                    <a:pt x="11372" y="5752"/>
                    <a:pt x="11372" y="5763"/>
                  </a:cubicBezTo>
                  <a:lnTo>
                    <a:pt x="11372" y="6313"/>
                  </a:lnTo>
                  <a:cubicBezTo>
                    <a:pt x="11372" y="6324"/>
                    <a:pt x="11361" y="6335"/>
                    <a:pt x="11350" y="6335"/>
                  </a:cubicBezTo>
                  <a:close/>
                  <a:moveTo>
                    <a:pt x="11350" y="5609"/>
                  </a:moveTo>
                  <a:cubicBezTo>
                    <a:pt x="11339" y="5609"/>
                    <a:pt x="11328" y="5598"/>
                    <a:pt x="11328" y="5587"/>
                  </a:cubicBezTo>
                  <a:lnTo>
                    <a:pt x="11328" y="5037"/>
                  </a:lnTo>
                  <a:cubicBezTo>
                    <a:pt x="11328" y="5026"/>
                    <a:pt x="11339" y="5015"/>
                    <a:pt x="11350" y="5015"/>
                  </a:cubicBezTo>
                  <a:cubicBezTo>
                    <a:pt x="11361" y="5015"/>
                    <a:pt x="11372" y="5026"/>
                    <a:pt x="11372" y="5037"/>
                  </a:cubicBezTo>
                  <a:lnTo>
                    <a:pt x="11372" y="5587"/>
                  </a:lnTo>
                  <a:cubicBezTo>
                    <a:pt x="11372" y="5598"/>
                    <a:pt x="11361" y="5609"/>
                    <a:pt x="11350" y="5609"/>
                  </a:cubicBezTo>
                  <a:close/>
                  <a:moveTo>
                    <a:pt x="11350" y="4883"/>
                  </a:moveTo>
                  <a:cubicBezTo>
                    <a:pt x="11339" y="4883"/>
                    <a:pt x="11328" y="4872"/>
                    <a:pt x="11328" y="4861"/>
                  </a:cubicBezTo>
                  <a:lnTo>
                    <a:pt x="11328" y="4311"/>
                  </a:lnTo>
                  <a:cubicBezTo>
                    <a:pt x="11328" y="4300"/>
                    <a:pt x="11339" y="4289"/>
                    <a:pt x="11350" y="4289"/>
                  </a:cubicBezTo>
                  <a:cubicBezTo>
                    <a:pt x="11361" y="4289"/>
                    <a:pt x="11372" y="4300"/>
                    <a:pt x="11372" y="4311"/>
                  </a:cubicBezTo>
                  <a:lnTo>
                    <a:pt x="11372" y="4861"/>
                  </a:lnTo>
                  <a:cubicBezTo>
                    <a:pt x="11372" y="4872"/>
                    <a:pt x="11361" y="4883"/>
                    <a:pt x="11350" y="4883"/>
                  </a:cubicBezTo>
                  <a:close/>
                  <a:moveTo>
                    <a:pt x="11350" y="4158"/>
                  </a:moveTo>
                  <a:cubicBezTo>
                    <a:pt x="11339" y="4158"/>
                    <a:pt x="11328" y="4147"/>
                    <a:pt x="11328" y="4136"/>
                  </a:cubicBezTo>
                  <a:lnTo>
                    <a:pt x="11328" y="3586"/>
                  </a:lnTo>
                  <a:cubicBezTo>
                    <a:pt x="11328" y="3575"/>
                    <a:pt x="11339" y="3564"/>
                    <a:pt x="11350" y="3564"/>
                  </a:cubicBezTo>
                  <a:cubicBezTo>
                    <a:pt x="11361" y="3564"/>
                    <a:pt x="11372" y="3575"/>
                    <a:pt x="11372" y="3586"/>
                  </a:cubicBezTo>
                  <a:lnTo>
                    <a:pt x="11372" y="4136"/>
                  </a:lnTo>
                  <a:cubicBezTo>
                    <a:pt x="11372" y="4147"/>
                    <a:pt x="11361" y="4158"/>
                    <a:pt x="11350" y="4158"/>
                  </a:cubicBezTo>
                  <a:close/>
                  <a:moveTo>
                    <a:pt x="11350" y="3432"/>
                  </a:moveTo>
                  <a:cubicBezTo>
                    <a:pt x="11339" y="3432"/>
                    <a:pt x="11328" y="3421"/>
                    <a:pt x="11328" y="3399"/>
                  </a:cubicBezTo>
                  <a:lnTo>
                    <a:pt x="11328" y="2860"/>
                  </a:lnTo>
                  <a:cubicBezTo>
                    <a:pt x="11328" y="2849"/>
                    <a:pt x="11339" y="2838"/>
                    <a:pt x="11350" y="2838"/>
                  </a:cubicBezTo>
                  <a:cubicBezTo>
                    <a:pt x="11361" y="2838"/>
                    <a:pt x="11372" y="2849"/>
                    <a:pt x="11372" y="2860"/>
                  </a:cubicBezTo>
                  <a:lnTo>
                    <a:pt x="11372" y="3399"/>
                  </a:lnTo>
                  <a:cubicBezTo>
                    <a:pt x="11372" y="3421"/>
                    <a:pt x="11361" y="3432"/>
                    <a:pt x="11350" y="3432"/>
                  </a:cubicBezTo>
                  <a:close/>
                  <a:moveTo>
                    <a:pt x="11350" y="2706"/>
                  </a:moveTo>
                  <a:cubicBezTo>
                    <a:pt x="11339" y="2706"/>
                    <a:pt x="11328" y="2695"/>
                    <a:pt x="11328" y="2673"/>
                  </a:cubicBezTo>
                  <a:lnTo>
                    <a:pt x="11328" y="2134"/>
                  </a:lnTo>
                  <a:cubicBezTo>
                    <a:pt x="11328" y="2123"/>
                    <a:pt x="11339" y="2112"/>
                    <a:pt x="11350" y="2112"/>
                  </a:cubicBezTo>
                  <a:cubicBezTo>
                    <a:pt x="11361" y="2112"/>
                    <a:pt x="11372" y="2123"/>
                    <a:pt x="11372" y="2134"/>
                  </a:cubicBezTo>
                  <a:lnTo>
                    <a:pt x="11372" y="2673"/>
                  </a:lnTo>
                  <a:cubicBezTo>
                    <a:pt x="11372" y="2695"/>
                    <a:pt x="11361" y="2706"/>
                    <a:pt x="11350" y="2706"/>
                  </a:cubicBezTo>
                  <a:close/>
                  <a:moveTo>
                    <a:pt x="11350" y="1980"/>
                  </a:moveTo>
                  <a:cubicBezTo>
                    <a:pt x="11339" y="1980"/>
                    <a:pt x="11328" y="1969"/>
                    <a:pt x="11328" y="1947"/>
                  </a:cubicBezTo>
                  <a:lnTo>
                    <a:pt x="11328" y="1408"/>
                  </a:lnTo>
                  <a:cubicBezTo>
                    <a:pt x="11328" y="1397"/>
                    <a:pt x="11339" y="1386"/>
                    <a:pt x="11350" y="1386"/>
                  </a:cubicBezTo>
                  <a:cubicBezTo>
                    <a:pt x="11361" y="1386"/>
                    <a:pt x="11372" y="1397"/>
                    <a:pt x="11372" y="1408"/>
                  </a:cubicBezTo>
                  <a:lnTo>
                    <a:pt x="11372" y="1947"/>
                  </a:lnTo>
                  <a:cubicBezTo>
                    <a:pt x="11372" y="1969"/>
                    <a:pt x="11361" y="1980"/>
                    <a:pt x="11350" y="1980"/>
                  </a:cubicBezTo>
                  <a:close/>
                  <a:moveTo>
                    <a:pt x="11350" y="1254"/>
                  </a:moveTo>
                  <a:cubicBezTo>
                    <a:pt x="11339" y="1254"/>
                    <a:pt x="11328" y="1243"/>
                    <a:pt x="11328" y="1221"/>
                  </a:cubicBezTo>
                  <a:lnTo>
                    <a:pt x="11328" y="880"/>
                  </a:lnTo>
                  <a:cubicBezTo>
                    <a:pt x="11328" y="814"/>
                    <a:pt x="11317" y="748"/>
                    <a:pt x="11306" y="693"/>
                  </a:cubicBezTo>
                  <a:cubicBezTo>
                    <a:pt x="11295" y="671"/>
                    <a:pt x="11306" y="660"/>
                    <a:pt x="11317" y="660"/>
                  </a:cubicBezTo>
                  <a:cubicBezTo>
                    <a:pt x="11328" y="660"/>
                    <a:pt x="11339" y="671"/>
                    <a:pt x="11350" y="682"/>
                  </a:cubicBezTo>
                  <a:cubicBezTo>
                    <a:pt x="11361" y="748"/>
                    <a:pt x="11372" y="814"/>
                    <a:pt x="11372" y="880"/>
                  </a:cubicBezTo>
                  <a:lnTo>
                    <a:pt x="11372" y="1232"/>
                  </a:lnTo>
                  <a:cubicBezTo>
                    <a:pt x="11372" y="1243"/>
                    <a:pt x="11361" y="1254"/>
                    <a:pt x="11350" y="1254"/>
                  </a:cubicBezTo>
                  <a:close/>
                  <a:moveTo>
                    <a:pt x="11262" y="539"/>
                  </a:moveTo>
                  <a:cubicBezTo>
                    <a:pt x="11251" y="539"/>
                    <a:pt x="11251" y="528"/>
                    <a:pt x="11240" y="528"/>
                  </a:cubicBezTo>
                  <a:cubicBezTo>
                    <a:pt x="11163" y="364"/>
                    <a:pt x="11042" y="232"/>
                    <a:pt x="10877" y="144"/>
                  </a:cubicBezTo>
                  <a:cubicBezTo>
                    <a:pt x="10866" y="144"/>
                    <a:pt x="10866" y="133"/>
                    <a:pt x="10866" y="122"/>
                  </a:cubicBezTo>
                  <a:cubicBezTo>
                    <a:pt x="10877" y="111"/>
                    <a:pt x="10888" y="100"/>
                    <a:pt x="10899" y="111"/>
                  </a:cubicBezTo>
                  <a:cubicBezTo>
                    <a:pt x="11064" y="199"/>
                    <a:pt x="11196" y="342"/>
                    <a:pt x="11284" y="506"/>
                  </a:cubicBezTo>
                  <a:cubicBezTo>
                    <a:pt x="11284" y="517"/>
                    <a:pt x="11284" y="528"/>
                    <a:pt x="11273" y="539"/>
                  </a:cubicBezTo>
                  <a:cubicBezTo>
                    <a:pt x="11273" y="539"/>
                    <a:pt x="11262" y="539"/>
                    <a:pt x="11262" y="539"/>
                  </a:cubicBezTo>
                  <a:close/>
                  <a:moveTo>
                    <a:pt x="10723" y="78"/>
                  </a:moveTo>
                  <a:lnTo>
                    <a:pt x="10712" y="78"/>
                  </a:lnTo>
                  <a:cubicBezTo>
                    <a:pt x="10646" y="67"/>
                    <a:pt x="10569" y="56"/>
                    <a:pt x="10492" y="56"/>
                  </a:cubicBezTo>
                  <a:lnTo>
                    <a:pt x="10184" y="56"/>
                  </a:lnTo>
                  <a:cubicBezTo>
                    <a:pt x="10162" y="56"/>
                    <a:pt x="10151" y="45"/>
                    <a:pt x="10151" y="23"/>
                  </a:cubicBezTo>
                  <a:cubicBezTo>
                    <a:pt x="10151" y="12"/>
                    <a:pt x="10162" y="1"/>
                    <a:pt x="10184" y="1"/>
                  </a:cubicBezTo>
                  <a:lnTo>
                    <a:pt x="10492" y="1"/>
                  </a:lnTo>
                  <a:cubicBezTo>
                    <a:pt x="10569" y="1"/>
                    <a:pt x="10646" y="12"/>
                    <a:pt x="10723" y="34"/>
                  </a:cubicBezTo>
                  <a:cubicBezTo>
                    <a:pt x="10745" y="45"/>
                    <a:pt x="10745" y="56"/>
                    <a:pt x="10745" y="67"/>
                  </a:cubicBezTo>
                  <a:cubicBezTo>
                    <a:pt x="10745" y="78"/>
                    <a:pt x="10734" y="78"/>
                    <a:pt x="10723" y="78"/>
                  </a:cubicBezTo>
                  <a:close/>
                  <a:moveTo>
                    <a:pt x="9997" y="56"/>
                  </a:moveTo>
                  <a:lnTo>
                    <a:pt x="9459" y="56"/>
                  </a:lnTo>
                  <a:cubicBezTo>
                    <a:pt x="9448" y="56"/>
                    <a:pt x="9437" y="45"/>
                    <a:pt x="9437" y="23"/>
                  </a:cubicBezTo>
                  <a:cubicBezTo>
                    <a:pt x="9437" y="12"/>
                    <a:pt x="9437" y="1"/>
                    <a:pt x="9459" y="1"/>
                  </a:cubicBezTo>
                  <a:lnTo>
                    <a:pt x="9997" y="1"/>
                  </a:lnTo>
                  <a:cubicBezTo>
                    <a:pt x="10008" y="1"/>
                    <a:pt x="10019" y="12"/>
                    <a:pt x="10019" y="23"/>
                  </a:cubicBezTo>
                  <a:cubicBezTo>
                    <a:pt x="10019" y="45"/>
                    <a:pt x="10008" y="56"/>
                    <a:pt x="9997" y="56"/>
                  </a:cubicBezTo>
                  <a:close/>
                  <a:moveTo>
                    <a:pt x="9272" y="56"/>
                  </a:moveTo>
                  <a:lnTo>
                    <a:pt x="8733" y="56"/>
                  </a:lnTo>
                  <a:cubicBezTo>
                    <a:pt x="8722" y="56"/>
                    <a:pt x="8711" y="45"/>
                    <a:pt x="8711" y="23"/>
                  </a:cubicBezTo>
                  <a:cubicBezTo>
                    <a:pt x="8711" y="12"/>
                    <a:pt x="8711" y="1"/>
                    <a:pt x="8733" y="1"/>
                  </a:cubicBezTo>
                  <a:lnTo>
                    <a:pt x="9272" y="1"/>
                  </a:lnTo>
                  <a:cubicBezTo>
                    <a:pt x="9283" y="1"/>
                    <a:pt x="9294" y="12"/>
                    <a:pt x="9294" y="23"/>
                  </a:cubicBezTo>
                  <a:cubicBezTo>
                    <a:pt x="9294" y="45"/>
                    <a:pt x="9283" y="56"/>
                    <a:pt x="9272" y="56"/>
                  </a:cubicBezTo>
                  <a:close/>
                  <a:moveTo>
                    <a:pt x="8546" y="56"/>
                  </a:moveTo>
                  <a:lnTo>
                    <a:pt x="8007" y="56"/>
                  </a:lnTo>
                  <a:cubicBezTo>
                    <a:pt x="7996" y="56"/>
                    <a:pt x="7985" y="45"/>
                    <a:pt x="7985" y="23"/>
                  </a:cubicBezTo>
                  <a:cubicBezTo>
                    <a:pt x="7985" y="12"/>
                    <a:pt x="7985" y="1"/>
                    <a:pt x="8007" y="1"/>
                  </a:cubicBezTo>
                  <a:lnTo>
                    <a:pt x="8546" y="1"/>
                  </a:lnTo>
                  <a:cubicBezTo>
                    <a:pt x="8557" y="1"/>
                    <a:pt x="8568" y="12"/>
                    <a:pt x="8568" y="23"/>
                  </a:cubicBezTo>
                  <a:cubicBezTo>
                    <a:pt x="8568" y="45"/>
                    <a:pt x="8557" y="56"/>
                    <a:pt x="8546" y="56"/>
                  </a:cubicBezTo>
                  <a:close/>
                  <a:moveTo>
                    <a:pt x="7820" y="56"/>
                  </a:moveTo>
                  <a:lnTo>
                    <a:pt x="7281" y="56"/>
                  </a:lnTo>
                  <a:cubicBezTo>
                    <a:pt x="7270" y="56"/>
                    <a:pt x="7259" y="45"/>
                    <a:pt x="7259" y="23"/>
                  </a:cubicBezTo>
                  <a:cubicBezTo>
                    <a:pt x="7259" y="12"/>
                    <a:pt x="7259" y="1"/>
                    <a:pt x="7281" y="1"/>
                  </a:cubicBezTo>
                  <a:lnTo>
                    <a:pt x="7820" y="1"/>
                  </a:lnTo>
                  <a:cubicBezTo>
                    <a:pt x="7831" y="1"/>
                    <a:pt x="7842" y="12"/>
                    <a:pt x="7842" y="23"/>
                  </a:cubicBezTo>
                  <a:cubicBezTo>
                    <a:pt x="7842" y="45"/>
                    <a:pt x="7831" y="56"/>
                    <a:pt x="7820" y="56"/>
                  </a:cubicBezTo>
                  <a:close/>
                  <a:moveTo>
                    <a:pt x="7094" y="56"/>
                  </a:moveTo>
                  <a:lnTo>
                    <a:pt x="6555" y="56"/>
                  </a:lnTo>
                  <a:cubicBezTo>
                    <a:pt x="6544" y="56"/>
                    <a:pt x="6533" y="45"/>
                    <a:pt x="6533" y="23"/>
                  </a:cubicBezTo>
                  <a:cubicBezTo>
                    <a:pt x="6533" y="12"/>
                    <a:pt x="6533" y="1"/>
                    <a:pt x="6555" y="1"/>
                  </a:cubicBezTo>
                  <a:lnTo>
                    <a:pt x="7094" y="1"/>
                  </a:lnTo>
                  <a:cubicBezTo>
                    <a:pt x="7105" y="1"/>
                    <a:pt x="7116" y="12"/>
                    <a:pt x="7116" y="23"/>
                  </a:cubicBezTo>
                  <a:cubicBezTo>
                    <a:pt x="7116" y="45"/>
                    <a:pt x="7105" y="56"/>
                    <a:pt x="7094" y="56"/>
                  </a:cubicBezTo>
                  <a:close/>
                  <a:moveTo>
                    <a:pt x="6368" y="56"/>
                  </a:moveTo>
                  <a:lnTo>
                    <a:pt x="5829" y="56"/>
                  </a:lnTo>
                  <a:cubicBezTo>
                    <a:pt x="5818" y="56"/>
                    <a:pt x="5807" y="45"/>
                    <a:pt x="5807" y="23"/>
                  </a:cubicBezTo>
                  <a:cubicBezTo>
                    <a:pt x="5807" y="12"/>
                    <a:pt x="5807" y="1"/>
                    <a:pt x="5829" y="1"/>
                  </a:cubicBezTo>
                  <a:lnTo>
                    <a:pt x="6368" y="1"/>
                  </a:lnTo>
                  <a:cubicBezTo>
                    <a:pt x="6379" y="1"/>
                    <a:pt x="6390" y="12"/>
                    <a:pt x="6390" y="23"/>
                  </a:cubicBezTo>
                  <a:cubicBezTo>
                    <a:pt x="6390" y="45"/>
                    <a:pt x="6379" y="56"/>
                    <a:pt x="6368" y="56"/>
                  </a:cubicBezTo>
                  <a:close/>
                  <a:moveTo>
                    <a:pt x="5643" y="56"/>
                  </a:moveTo>
                  <a:lnTo>
                    <a:pt x="5104" y="56"/>
                  </a:lnTo>
                  <a:cubicBezTo>
                    <a:pt x="5093" y="56"/>
                    <a:pt x="5082" y="45"/>
                    <a:pt x="5082" y="23"/>
                  </a:cubicBezTo>
                  <a:cubicBezTo>
                    <a:pt x="5082" y="12"/>
                    <a:pt x="5082" y="1"/>
                    <a:pt x="5104" y="1"/>
                  </a:cubicBezTo>
                  <a:lnTo>
                    <a:pt x="5643" y="1"/>
                  </a:lnTo>
                  <a:cubicBezTo>
                    <a:pt x="5654" y="1"/>
                    <a:pt x="5665" y="12"/>
                    <a:pt x="5665" y="23"/>
                  </a:cubicBezTo>
                  <a:cubicBezTo>
                    <a:pt x="5665" y="45"/>
                    <a:pt x="5654" y="56"/>
                    <a:pt x="5643" y="56"/>
                  </a:cubicBezTo>
                  <a:close/>
                  <a:moveTo>
                    <a:pt x="4917" y="56"/>
                  </a:moveTo>
                  <a:lnTo>
                    <a:pt x="4378" y="56"/>
                  </a:lnTo>
                  <a:cubicBezTo>
                    <a:pt x="4367" y="56"/>
                    <a:pt x="4356" y="45"/>
                    <a:pt x="4356" y="23"/>
                  </a:cubicBezTo>
                  <a:cubicBezTo>
                    <a:pt x="4356" y="12"/>
                    <a:pt x="4356" y="1"/>
                    <a:pt x="4378" y="1"/>
                  </a:cubicBezTo>
                  <a:lnTo>
                    <a:pt x="4917" y="1"/>
                  </a:lnTo>
                  <a:cubicBezTo>
                    <a:pt x="4928" y="1"/>
                    <a:pt x="4939" y="12"/>
                    <a:pt x="4939" y="23"/>
                  </a:cubicBezTo>
                  <a:cubicBezTo>
                    <a:pt x="4939" y="45"/>
                    <a:pt x="4928" y="56"/>
                    <a:pt x="4917" y="56"/>
                  </a:cubicBezTo>
                  <a:close/>
                  <a:moveTo>
                    <a:pt x="4191" y="56"/>
                  </a:moveTo>
                  <a:lnTo>
                    <a:pt x="3652" y="56"/>
                  </a:lnTo>
                  <a:cubicBezTo>
                    <a:pt x="3641" y="56"/>
                    <a:pt x="3630" y="45"/>
                    <a:pt x="3630" y="23"/>
                  </a:cubicBezTo>
                  <a:cubicBezTo>
                    <a:pt x="3630" y="12"/>
                    <a:pt x="3630" y="1"/>
                    <a:pt x="3652" y="1"/>
                  </a:cubicBezTo>
                  <a:lnTo>
                    <a:pt x="4191" y="1"/>
                  </a:lnTo>
                  <a:cubicBezTo>
                    <a:pt x="4202" y="1"/>
                    <a:pt x="4213" y="12"/>
                    <a:pt x="4213" y="23"/>
                  </a:cubicBezTo>
                  <a:cubicBezTo>
                    <a:pt x="4213" y="45"/>
                    <a:pt x="4202" y="56"/>
                    <a:pt x="4191" y="56"/>
                  </a:cubicBezTo>
                  <a:close/>
                  <a:moveTo>
                    <a:pt x="3465" y="56"/>
                  </a:moveTo>
                  <a:lnTo>
                    <a:pt x="2926" y="56"/>
                  </a:lnTo>
                  <a:cubicBezTo>
                    <a:pt x="2915" y="56"/>
                    <a:pt x="2904" y="45"/>
                    <a:pt x="2904" y="23"/>
                  </a:cubicBezTo>
                  <a:cubicBezTo>
                    <a:pt x="2904" y="12"/>
                    <a:pt x="2904" y="1"/>
                    <a:pt x="2926" y="1"/>
                  </a:cubicBezTo>
                  <a:lnTo>
                    <a:pt x="3465" y="1"/>
                  </a:lnTo>
                  <a:cubicBezTo>
                    <a:pt x="3476" y="1"/>
                    <a:pt x="3487" y="12"/>
                    <a:pt x="3487" y="23"/>
                  </a:cubicBezTo>
                  <a:cubicBezTo>
                    <a:pt x="3487" y="45"/>
                    <a:pt x="3476" y="56"/>
                    <a:pt x="3465" y="56"/>
                  </a:cubicBezTo>
                  <a:close/>
                  <a:moveTo>
                    <a:pt x="2739" y="56"/>
                  </a:moveTo>
                  <a:lnTo>
                    <a:pt x="2200" y="56"/>
                  </a:lnTo>
                  <a:cubicBezTo>
                    <a:pt x="2189" y="56"/>
                    <a:pt x="2178" y="45"/>
                    <a:pt x="2178" y="23"/>
                  </a:cubicBezTo>
                  <a:cubicBezTo>
                    <a:pt x="2178" y="12"/>
                    <a:pt x="2178" y="1"/>
                    <a:pt x="2200" y="1"/>
                  </a:cubicBezTo>
                  <a:lnTo>
                    <a:pt x="2739" y="1"/>
                  </a:lnTo>
                  <a:cubicBezTo>
                    <a:pt x="2750" y="1"/>
                    <a:pt x="2761" y="12"/>
                    <a:pt x="2761" y="23"/>
                  </a:cubicBezTo>
                  <a:cubicBezTo>
                    <a:pt x="2761" y="45"/>
                    <a:pt x="2750" y="56"/>
                    <a:pt x="2739" y="56"/>
                  </a:cubicBezTo>
                  <a:close/>
                  <a:moveTo>
                    <a:pt x="2013" y="56"/>
                  </a:moveTo>
                  <a:lnTo>
                    <a:pt x="1475" y="56"/>
                  </a:lnTo>
                  <a:cubicBezTo>
                    <a:pt x="1464" y="56"/>
                    <a:pt x="1453" y="45"/>
                    <a:pt x="1453" y="23"/>
                  </a:cubicBezTo>
                  <a:cubicBezTo>
                    <a:pt x="1453" y="12"/>
                    <a:pt x="1453" y="1"/>
                    <a:pt x="1475" y="1"/>
                  </a:cubicBezTo>
                  <a:lnTo>
                    <a:pt x="2013" y="1"/>
                  </a:lnTo>
                  <a:cubicBezTo>
                    <a:pt x="2024" y="1"/>
                    <a:pt x="2035" y="12"/>
                    <a:pt x="2035" y="23"/>
                  </a:cubicBezTo>
                  <a:cubicBezTo>
                    <a:pt x="2035" y="45"/>
                    <a:pt x="2024" y="56"/>
                    <a:pt x="2013" y="56"/>
                  </a:cubicBezTo>
                  <a:close/>
                  <a:moveTo>
                    <a:pt x="1288" y="56"/>
                  </a:moveTo>
                  <a:lnTo>
                    <a:pt x="749" y="56"/>
                  </a:lnTo>
                  <a:cubicBezTo>
                    <a:pt x="738" y="56"/>
                    <a:pt x="727" y="45"/>
                    <a:pt x="727" y="23"/>
                  </a:cubicBezTo>
                  <a:cubicBezTo>
                    <a:pt x="727" y="12"/>
                    <a:pt x="727" y="1"/>
                    <a:pt x="749" y="1"/>
                  </a:cubicBezTo>
                  <a:lnTo>
                    <a:pt x="1288" y="1"/>
                  </a:lnTo>
                  <a:cubicBezTo>
                    <a:pt x="1299" y="1"/>
                    <a:pt x="1310" y="12"/>
                    <a:pt x="1310" y="23"/>
                  </a:cubicBezTo>
                  <a:cubicBezTo>
                    <a:pt x="1310" y="45"/>
                    <a:pt x="1299" y="56"/>
                    <a:pt x="1288" y="56"/>
                  </a:cubicBezTo>
                  <a:close/>
                  <a:moveTo>
                    <a:pt x="562" y="56"/>
                  </a:moveTo>
                  <a:lnTo>
                    <a:pt x="23" y="56"/>
                  </a:lnTo>
                  <a:cubicBezTo>
                    <a:pt x="12" y="56"/>
                    <a:pt x="1" y="45"/>
                    <a:pt x="1" y="23"/>
                  </a:cubicBezTo>
                  <a:cubicBezTo>
                    <a:pt x="1" y="12"/>
                    <a:pt x="1" y="1"/>
                    <a:pt x="23" y="1"/>
                  </a:cubicBezTo>
                  <a:lnTo>
                    <a:pt x="562" y="1"/>
                  </a:lnTo>
                  <a:cubicBezTo>
                    <a:pt x="573" y="1"/>
                    <a:pt x="584" y="12"/>
                    <a:pt x="584" y="23"/>
                  </a:cubicBezTo>
                  <a:cubicBezTo>
                    <a:pt x="584" y="45"/>
                    <a:pt x="573" y="56"/>
                    <a:pt x="562" y="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p2"/>
            <p:cNvSpPr/>
            <p:nvPr/>
          </p:nvSpPr>
          <p:spPr>
            <a:xfrm>
              <a:off x="2604313" y="2506307"/>
              <a:ext cx="347860" cy="175434"/>
            </a:xfrm>
            <a:custGeom>
              <a:rect b="b" l="l" r="r" t="t"/>
              <a:pathLst>
                <a:path extrusionOk="0" h="2729" w="5411">
                  <a:moveTo>
                    <a:pt x="1364" y="1"/>
                  </a:moveTo>
                  <a:cubicBezTo>
                    <a:pt x="605" y="1"/>
                    <a:pt x="0" y="606"/>
                    <a:pt x="0" y="1364"/>
                  </a:cubicBezTo>
                  <a:cubicBezTo>
                    <a:pt x="0" y="2112"/>
                    <a:pt x="605" y="2728"/>
                    <a:pt x="1364" y="2728"/>
                  </a:cubicBezTo>
                  <a:lnTo>
                    <a:pt x="5411" y="2728"/>
                  </a:lnTo>
                  <a:lnTo>
                    <a:pt x="541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p2"/>
            <p:cNvSpPr/>
            <p:nvPr/>
          </p:nvSpPr>
          <p:spPr>
            <a:xfrm>
              <a:off x="2643206" y="2628257"/>
              <a:ext cx="96174" cy="27321"/>
            </a:xfrm>
            <a:custGeom>
              <a:rect b="b" l="l" r="r" t="t"/>
              <a:pathLst>
                <a:path extrusionOk="0" h="425" w="1496">
                  <a:moveTo>
                    <a:pt x="55" y="1"/>
                  </a:moveTo>
                  <a:cubicBezTo>
                    <a:pt x="44" y="1"/>
                    <a:pt x="33" y="6"/>
                    <a:pt x="22" y="17"/>
                  </a:cubicBezTo>
                  <a:cubicBezTo>
                    <a:pt x="0" y="28"/>
                    <a:pt x="0" y="61"/>
                    <a:pt x="11" y="72"/>
                  </a:cubicBezTo>
                  <a:cubicBezTo>
                    <a:pt x="198" y="292"/>
                    <a:pt x="473" y="424"/>
                    <a:pt x="759" y="424"/>
                  </a:cubicBezTo>
                  <a:cubicBezTo>
                    <a:pt x="1034" y="424"/>
                    <a:pt x="1298" y="303"/>
                    <a:pt x="1485" y="83"/>
                  </a:cubicBezTo>
                  <a:cubicBezTo>
                    <a:pt x="1496" y="72"/>
                    <a:pt x="1496" y="39"/>
                    <a:pt x="1474" y="28"/>
                  </a:cubicBezTo>
                  <a:cubicBezTo>
                    <a:pt x="1468" y="17"/>
                    <a:pt x="1457" y="12"/>
                    <a:pt x="1446" y="12"/>
                  </a:cubicBezTo>
                  <a:cubicBezTo>
                    <a:pt x="1435" y="12"/>
                    <a:pt x="1424" y="17"/>
                    <a:pt x="1419" y="28"/>
                  </a:cubicBezTo>
                  <a:cubicBezTo>
                    <a:pt x="1254" y="226"/>
                    <a:pt x="1012" y="336"/>
                    <a:pt x="759" y="336"/>
                  </a:cubicBezTo>
                  <a:cubicBezTo>
                    <a:pt x="495" y="336"/>
                    <a:pt x="253" y="215"/>
                    <a:pt x="88" y="17"/>
                  </a:cubicBezTo>
                  <a:cubicBezTo>
                    <a:pt x="77" y="6"/>
                    <a:pt x="66" y="1"/>
                    <a:pt x="55" y="1"/>
                  </a:cubicBezTo>
                  <a:close/>
                </a:path>
              </a:pathLst>
            </a:custGeom>
            <a:solidFill>
              <a:srgbClr val="9999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p2"/>
            <p:cNvSpPr/>
            <p:nvPr/>
          </p:nvSpPr>
          <p:spPr>
            <a:xfrm>
              <a:off x="2639670" y="2546293"/>
              <a:ext cx="104660" cy="95335"/>
            </a:xfrm>
            <a:custGeom>
              <a:rect b="b" l="l" r="r" t="t"/>
              <a:pathLst>
                <a:path extrusionOk="0" h="1483" w="1628">
                  <a:moveTo>
                    <a:pt x="809" y="0"/>
                  </a:moveTo>
                  <a:cubicBezTo>
                    <a:pt x="619" y="0"/>
                    <a:pt x="429" y="72"/>
                    <a:pt x="286" y="215"/>
                  </a:cubicBezTo>
                  <a:cubicBezTo>
                    <a:pt x="0" y="512"/>
                    <a:pt x="0" y="973"/>
                    <a:pt x="286" y="1259"/>
                  </a:cubicBezTo>
                  <a:cubicBezTo>
                    <a:pt x="429" y="1408"/>
                    <a:pt x="619" y="1482"/>
                    <a:pt x="809" y="1482"/>
                  </a:cubicBezTo>
                  <a:cubicBezTo>
                    <a:pt x="998" y="1482"/>
                    <a:pt x="1188" y="1408"/>
                    <a:pt x="1331" y="1259"/>
                  </a:cubicBezTo>
                  <a:cubicBezTo>
                    <a:pt x="1628" y="973"/>
                    <a:pt x="1628" y="512"/>
                    <a:pt x="1331" y="215"/>
                  </a:cubicBezTo>
                  <a:cubicBezTo>
                    <a:pt x="1188" y="72"/>
                    <a:pt x="998" y="0"/>
                    <a:pt x="80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p2"/>
            <p:cNvSpPr/>
            <p:nvPr/>
          </p:nvSpPr>
          <p:spPr>
            <a:xfrm>
              <a:off x="2612799" y="2514793"/>
              <a:ext cx="195884" cy="87749"/>
            </a:xfrm>
            <a:custGeom>
              <a:rect b="b" l="l" r="r" t="t"/>
              <a:pathLst>
                <a:path extrusionOk="0" h="1365" w="3047">
                  <a:moveTo>
                    <a:pt x="1232" y="1"/>
                  </a:moveTo>
                  <a:cubicBezTo>
                    <a:pt x="550" y="1"/>
                    <a:pt x="0" y="551"/>
                    <a:pt x="0" y="1232"/>
                  </a:cubicBezTo>
                  <a:cubicBezTo>
                    <a:pt x="0" y="1309"/>
                    <a:pt x="66" y="1364"/>
                    <a:pt x="132" y="1364"/>
                  </a:cubicBezTo>
                  <a:lnTo>
                    <a:pt x="143" y="1364"/>
                  </a:lnTo>
                  <a:cubicBezTo>
                    <a:pt x="209" y="1364"/>
                    <a:pt x="275" y="1309"/>
                    <a:pt x="275" y="1232"/>
                  </a:cubicBezTo>
                  <a:cubicBezTo>
                    <a:pt x="275" y="705"/>
                    <a:pt x="704" y="276"/>
                    <a:pt x="1232" y="276"/>
                  </a:cubicBezTo>
                  <a:lnTo>
                    <a:pt x="2915" y="276"/>
                  </a:lnTo>
                  <a:cubicBezTo>
                    <a:pt x="2992" y="276"/>
                    <a:pt x="3047" y="210"/>
                    <a:pt x="3047" y="144"/>
                  </a:cubicBezTo>
                  <a:cubicBezTo>
                    <a:pt x="3047" y="67"/>
                    <a:pt x="2992" y="1"/>
                    <a:pt x="2915" y="1"/>
                  </a:cubicBezTo>
                  <a:close/>
                </a:path>
              </a:pathLst>
            </a:custGeom>
            <a:solidFill>
              <a:srgbClr val="FFFFFF">
                <a:alpha val="2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p2"/>
            <p:cNvSpPr/>
            <p:nvPr/>
          </p:nvSpPr>
          <p:spPr>
            <a:xfrm>
              <a:off x="2694764" y="2681679"/>
              <a:ext cx="247507" cy="10671"/>
            </a:xfrm>
            <a:custGeom>
              <a:rect b="b" l="l" r="r" t="t"/>
              <a:pathLst>
                <a:path extrusionOk="0" h="166" w="3850">
                  <a:moveTo>
                    <a:pt x="78" y="0"/>
                  </a:moveTo>
                  <a:cubicBezTo>
                    <a:pt x="34" y="0"/>
                    <a:pt x="1" y="33"/>
                    <a:pt x="1" y="77"/>
                  </a:cubicBezTo>
                  <a:cubicBezTo>
                    <a:pt x="1" y="132"/>
                    <a:pt x="34" y="165"/>
                    <a:pt x="78" y="165"/>
                  </a:cubicBezTo>
                  <a:lnTo>
                    <a:pt x="3773" y="165"/>
                  </a:lnTo>
                  <a:cubicBezTo>
                    <a:pt x="3817" y="165"/>
                    <a:pt x="3850" y="132"/>
                    <a:pt x="3850" y="77"/>
                  </a:cubicBezTo>
                  <a:cubicBezTo>
                    <a:pt x="3850" y="33"/>
                    <a:pt x="3817" y="0"/>
                    <a:pt x="3773" y="0"/>
                  </a:cubicBezTo>
                  <a:close/>
                </a:path>
              </a:pathLst>
            </a:custGeom>
            <a:solidFill>
              <a:srgbClr val="000000">
                <a:alpha val="2627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2"/>
            <p:cNvSpPr/>
            <p:nvPr/>
          </p:nvSpPr>
          <p:spPr>
            <a:xfrm>
              <a:off x="2655935" y="2552271"/>
              <a:ext cx="72131" cy="25585"/>
            </a:xfrm>
            <a:custGeom>
              <a:rect b="b" l="l" r="r" t="t"/>
              <a:pathLst>
                <a:path extrusionOk="0" h="398" w="1122">
                  <a:moveTo>
                    <a:pt x="561" y="1"/>
                  </a:moveTo>
                  <a:cubicBezTo>
                    <a:pt x="330" y="1"/>
                    <a:pt x="132" y="122"/>
                    <a:pt x="11" y="309"/>
                  </a:cubicBezTo>
                  <a:cubicBezTo>
                    <a:pt x="0" y="342"/>
                    <a:pt x="0" y="375"/>
                    <a:pt x="33" y="386"/>
                  </a:cubicBezTo>
                  <a:cubicBezTo>
                    <a:pt x="42" y="394"/>
                    <a:pt x="52" y="398"/>
                    <a:pt x="62" y="398"/>
                  </a:cubicBezTo>
                  <a:cubicBezTo>
                    <a:pt x="79" y="398"/>
                    <a:pt x="97" y="388"/>
                    <a:pt x="110" y="375"/>
                  </a:cubicBezTo>
                  <a:cubicBezTo>
                    <a:pt x="198" y="210"/>
                    <a:pt x="374" y="111"/>
                    <a:pt x="561" y="111"/>
                  </a:cubicBezTo>
                  <a:cubicBezTo>
                    <a:pt x="737" y="111"/>
                    <a:pt x="913" y="210"/>
                    <a:pt x="1012" y="375"/>
                  </a:cubicBezTo>
                  <a:cubicBezTo>
                    <a:pt x="1023" y="386"/>
                    <a:pt x="1034" y="397"/>
                    <a:pt x="1056" y="397"/>
                  </a:cubicBezTo>
                  <a:cubicBezTo>
                    <a:pt x="1067" y="397"/>
                    <a:pt x="1078" y="397"/>
                    <a:pt x="1089" y="386"/>
                  </a:cubicBezTo>
                  <a:cubicBezTo>
                    <a:pt x="1111" y="375"/>
                    <a:pt x="1122" y="342"/>
                    <a:pt x="1100" y="309"/>
                  </a:cubicBezTo>
                  <a:cubicBezTo>
                    <a:pt x="990" y="122"/>
                    <a:pt x="781" y="1"/>
                    <a:pt x="561" y="1"/>
                  </a:cubicBezTo>
                  <a:close/>
                </a:path>
              </a:pathLst>
            </a:custGeom>
            <a:solidFill>
              <a:srgbClr val="FFFFFF">
                <a:alpha val="2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2"/>
            <p:cNvSpPr/>
            <p:nvPr/>
          </p:nvSpPr>
          <p:spPr>
            <a:xfrm>
              <a:off x="2184376" y="3030275"/>
              <a:ext cx="755100" cy="1839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p2"/>
            <p:cNvSpPr/>
            <p:nvPr/>
          </p:nvSpPr>
          <p:spPr>
            <a:xfrm>
              <a:off x="2395060" y="3069772"/>
              <a:ext cx="78495" cy="99770"/>
            </a:xfrm>
            <a:custGeom>
              <a:rect b="b" l="l" r="r" t="t"/>
              <a:pathLst>
                <a:path extrusionOk="0" h="1552" w="1221">
                  <a:moveTo>
                    <a:pt x="616" y="1"/>
                  </a:moveTo>
                  <a:cubicBezTo>
                    <a:pt x="506" y="1"/>
                    <a:pt x="418" y="12"/>
                    <a:pt x="330" y="45"/>
                  </a:cubicBezTo>
                  <a:cubicBezTo>
                    <a:pt x="253" y="78"/>
                    <a:pt x="187" y="133"/>
                    <a:pt x="132" y="198"/>
                  </a:cubicBezTo>
                  <a:cubicBezTo>
                    <a:pt x="77" y="264"/>
                    <a:pt x="55" y="341"/>
                    <a:pt x="55" y="440"/>
                  </a:cubicBezTo>
                  <a:cubicBezTo>
                    <a:pt x="55" y="517"/>
                    <a:pt x="66" y="572"/>
                    <a:pt x="88" y="616"/>
                  </a:cubicBezTo>
                  <a:cubicBezTo>
                    <a:pt x="110" y="660"/>
                    <a:pt x="143" y="704"/>
                    <a:pt x="176" y="726"/>
                  </a:cubicBezTo>
                  <a:cubicBezTo>
                    <a:pt x="220" y="759"/>
                    <a:pt x="253" y="781"/>
                    <a:pt x="297" y="792"/>
                  </a:cubicBezTo>
                  <a:cubicBezTo>
                    <a:pt x="330" y="814"/>
                    <a:pt x="363" y="825"/>
                    <a:pt x="396" y="836"/>
                  </a:cubicBezTo>
                  <a:lnTo>
                    <a:pt x="781" y="946"/>
                  </a:lnTo>
                  <a:cubicBezTo>
                    <a:pt x="814" y="957"/>
                    <a:pt x="836" y="968"/>
                    <a:pt x="858" y="979"/>
                  </a:cubicBezTo>
                  <a:cubicBezTo>
                    <a:pt x="869" y="990"/>
                    <a:pt x="891" y="1001"/>
                    <a:pt x="902" y="1012"/>
                  </a:cubicBezTo>
                  <a:cubicBezTo>
                    <a:pt x="902" y="1023"/>
                    <a:pt x="913" y="1034"/>
                    <a:pt x="924" y="1056"/>
                  </a:cubicBezTo>
                  <a:cubicBezTo>
                    <a:pt x="924" y="1067"/>
                    <a:pt x="924" y="1078"/>
                    <a:pt x="924" y="1100"/>
                  </a:cubicBezTo>
                  <a:cubicBezTo>
                    <a:pt x="924" y="1133"/>
                    <a:pt x="913" y="1166"/>
                    <a:pt x="880" y="1199"/>
                  </a:cubicBezTo>
                  <a:cubicBezTo>
                    <a:pt x="858" y="1232"/>
                    <a:pt x="825" y="1254"/>
                    <a:pt x="781" y="1265"/>
                  </a:cubicBezTo>
                  <a:cubicBezTo>
                    <a:pt x="737" y="1276"/>
                    <a:pt x="693" y="1287"/>
                    <a:pt x="638" y="1287"/>
                  </a:cubicBezTo>
                  <a:cubicBezTo>
                    <a:pt x="561" y="1287"/>
                    <a:pt x="484" y="1265"/>
                    <a:pt x="418" y="1221"/>
                  </a:cubicBezTo>
                  <a:cubicBezTo>
                    <a:pt x="352" y="1177"/>
                    <a:pt x="308" y="1111"/>
                    <a:pt x="286" y="1023"/>
                  </a:cubicBezTo>
                  <a:lnTo>
                    <a:pt x="0" y="1067"/>
                  </a:lnTo>
                  <a:cubicBezTo>
                    <a:pt x="11" y="1166"/>
                    <a:pt x="44" y="1254"/>
                    <a:pt x="110" y="1320"/>
                  </a:cubicBezTo>
                  <a:cubicBezTo>
                    <a:pt x="165" y="1397"/>
                    <a:pt x="231" y="1452"/>
                    <a:pt x="319" y="1496"/>
                  </a:cubicBezTo>
                  <a:cubicBezTo>
                    <a:pt x="418" y="1529"/>
                    <a:pt x="517" y="1551"/>
                    <a:pt x="627" y="1551"/>
                  </a:cubicBezTo>
                  <a:cubicBezTo>
                    <a:pt x="704" y="1551"/>
                    <a:pt x="770" y="1540"/>
                    <a:pt x="847" y="1518"/>
                  </a:cubicBezTo>
                  <a:cubicBezTo>
                    <a:pt x="913" y="1496"/>
                    <a:pt x="979" y="1474"/>
                    <a:pt x="1034" y="1430"/>
                  </a:cubicBezTo>
                  <a:cubicBezTo>
                    <a:pt x="1100" y="1397"/>
                    <a:pt x="1144" y="1342"/>
                    <a:pt x="1177" y="1287"/>
                  </a:cubicBezTo>
                  <a:cubicBezTo>
                    <a:pt x="1210" y="1221"/>
                    <a:pt x="1221" y="1155"/>
                    <a:pt x="1221" y="1078"/>
                  </a:cubicBezTo>
                  <a:cubicBezTo>
                    <a:pt x="1221" y="1001"/>
                    <a:pt x="1210" y="946"/>
                    <a:pt x="1177" y="891"/>
                  </a:cubicBezTo>
                  <a:cubicBezTo>
                    <a:pt x="1155" y="847"/>
                    <a:pt x="1122" y="803"/>
                    <a:pt x="1078" y="770"/>
                  </a:cubicBezTo>
                  <a:cubicBezTo>
                    <a:pt x="1034" y="748"/>
                    <a:pt x="990" y="715"/>
                    <a:pt x="935" y="704"/>
                  </a:cubicBezTo>
                  <a:cubicBezTo>
                    <a:pt x="891" y="682"/>
                    <a:pt x="847" y="671"/>
                    <a:pt x="814" y="660"/>
                  </a:cubicBezTo>
                  <a:lnTo>
                    <a:pt x="550" y="594"/>
                  </a:lnTo>
                  <a:cubicBezTo>
                    <a:pt x="517" y="583"/>
                    <a:pt x="484" y="572"/>
                    <a:pt x="462" y="561"/>
                  </a:cubicBezTo>
                  <a:cubicBezTo>
                    <a:pt x="429" y="550"/>
                    <a:pt x="407" y="528"/>
                    <a:pt x="385" y="506"/>
                  </a:cubicBezTo>
                  <a:cubicBezTo>
                    <a:pt x="363" y="484"/>
                    <a:pt x="352" y="462"/>
                    <a:pt x="352" y="429"/>
                  </a:cubicBezTo>
                  <a:cubicBezTo>
                    <a:pt x="352" y="396"/>
                    <a:pt x="363" y="363"/>
                    <a:pt x="385" y="341"/>
                  </a:cubicBezTo>
                  <a:cubicBezTo>
                    <a:pt x="418" y="308"/>
                    <a:pt x="451" y="297"/>
                    <a:pt x="484" y="275"/>
                  </a:cubicBezTo>
                  <a:cubicBezTo>
                    <a:pt x="528" y="264"/>
                    <a:pt x="561" y="264"/>
                    <a:pt x="605" y="264"/>
                  </a:cubicBezTo>
                  <a:cubicBezTo>
                    <a:pt x="660" y="264"/>
                    <a:pt x="693" y="275"/>
                    <a:pt x="737" y="286"/>
                  </a:cubicBezTo>
                  <a:cubicBezTo>
                    <a:pt x="781" y="308"/>
                    <a:pt x="814" y="330"/>
                    <a:pt x="847" y="363"/>
                  </a:cubicBezTo>
                  <a:cubicBezTo>
                    <a:pt x="880" y="396"/>
                    <a:pt x="891" y="440"/>
                    <a:pt x="902" y="484"/>
                  </a:cubicBezTo>
                  <a:lnTo>
                    <a:pt x="1210" y="440"/>
                  </a:lnTo>
                  <a:cubicBezTo>
                    <a:pt x="1188" y="341"/>
                    <a:pt x="1144" y="264"/>
                    <a:pt x="1089" y="198"/>
                  </a:cubicBezTo>
                  <a:cubicBezTo>
                    <a:pt x="1034" y="133"/>
                    <a:pt x="968" y="89"/>
                    <a:pt x="891" y="56"/>
                  </a:cubicBezTo>
                  <a:cubicBezTo>
                    <a:pt x="814" y="23"/>
                    <a:pt x="715" y="1"/>
                    <a:pt x="61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2"/>
            <p:cNvSpPr/>
            <p:nvPr/>
          </p:nvSpPr>
          <p:spPr>
            <a:xfrm>
              <a:off x="2521576" y="3071894"/>
              <a:ext cx="85631" cy="95528"/>
            </a:xfrm>
            <a:custGeom>
              <a:rect b="b" l="l" r="r" t="t"/>
              <a:pathLst>
                <a:path extrusionOk="0" h="1486" w="1332">
                  <a:moveTo>
                    <a:pt x="666" y="266"/>
                  </a:moveTo>
                  <a:lnTo>
                    <a:pt x="868" y="913"/>
                  </a:lnTo>
                  <a:lnTo>
                    <a:pt x="471" y="913"/>
                  </a:lnTo>
                  <a:lnTo>
                    <a:pt x="666" y="266"/>
                  </a:lnTo>
                  <a:close/>
                  <a:moveTo>
                    <a:pt x="463" y="1"/>
                  </a:moveTo>
                  <a:lnTo>
                    <a:pt x="1" y="1485"/>
                  </a:lnTo>
                  <a:lnTo>
                    <a:pt x="298" y="1485"/>
                  </a:lnTo>
                  <a:lnTo>
                    <a:pt x="391" y="1177"/>
                  </a:lnTo>
                  <a:lnTo>
                    <a:pt x="950" y="1177"/>
                  </a:lnTo>
                  <a:lnTo>
                    <a:pt x="1045" y="1485"/>
                  </a:lnTo>
                  <a:lnTo>
                    <a:pt x="1331" y="1485"/>
                  </a:lnTo>
                  <a:lnTo>
                    <a:pt x="88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p2"/>
            <p:cNvSpPr/>
            <p:nvPr/>
          </p:nvSpPr>
          <p:spPr>
            <a:xfrm>
              <a:off x="2641792" y="3071894"/>
              <a:ext cx="85567" cy="95528"/>
            </a:xfrm>
            <a:custGeom>
              <a:rect b="b" l="l" r="r" t="t"/>
              <a:pathLst>
                <a:path extrusionOk="0" h="1486" w="1331">
                  <a:moveTo>
                    <a:pt x="0" y="1"/>
                  </a:moveTo>
                  <a:lnTo>
                    <a:pt x="451" y="1485"/>
                  </a:lnTo>
                  <a:lnTo>
                    <a:pt x="869" y="1485"/>
                  </a:lnTo>
                  <a:lnTo>
                    <a:pt x="1331" y="1"/>
                  </a:lnTo>
                  <a:lnTo>
                    <a:pt x="1034" y="1"/>
                  </a:lnTo>
                  <a:lnTo>
                    <a:pt x="660" y="1221"/>
                  </a:lnTo>
                  <a:lnTo>
                    <a:pt x="28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p2"/>
            <p:cNvSpPr/>
            <p:nvPr/>
          </p:nvSpPr>
          <p:spPr>
            <a:xfrm>
              <a:off x="2777500" y="3071894"/>
              <a:ext cx="62295" cy="95528"/>
            </a:xfrm>
            <a:custGeom>
              <a:rect b="b" l="l" r="r" t="t"/>
              <a:pathLst>
                <a:path extrusionOk="0" h="1486" w="969">
                  <a:moveTo>
                    <a:pt x="1" y="1"/>
                  </a:moveTo>
                  <a:lnTo>
                    <a:pt x="1" y="1485"/>
                  </a:lnTo>
                  <a:lnTo>
                    <a:pt x="968" y="1485"/>
                  </a:lnTo>
                  <a:lnTo>
                    <a:pt x="968" y="1221"/>
                  </a:lnTo>
                  <a:lnTo>
                    <a:pt x="276" y="1221"/>
                  </a:lnTo>
                  <a:lnTo>
                    <a:pt x="276" y="847"/>
                  </a:lnTo>
                  <a:lnTo>
                    <a:pt x="847" y="847"/>
                  </a:lnTo>
                  <a:lnTo>
                    <a:pt x="847" y="583"/>
                  </a:lnTo>
                  <a:lnTo>
                    <a:pt x="276" y="583"/>
                  </a:lnTo>
                  <a:lnTo>
                    <a:pt x="276" y="264"/>
                  </a:lnTo>
                  <a:lnTo>
                    <a:pt x="968" y="264"/>
                  </a:lnTo>
                  <a:lnTo>
                    <a:pt x="96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p2"/>
            <p:cNvSpPr/>
            <p:nvPr/>
          </p:nvSpPr>
          <p:spPr>
            <a:xfrm>
              <a:off x="2264237" y="3065530"/>
              <a:ext cx="41080" cy="83506"/>
            </a:xfrm>
            <a:custGeom>
              <a:rect b="b" l="l" r="r" t="t"/>
              <a:pathLst>
                <a:path extrusionOk="0" h="1299" w="639">
                  <a:moveTo>
                    <a:pt x="320" y="100"/>
                  </a:moveTo>
                  <a:cubicBezTo>
                    <a:pt x="441" y="100"/>
                    <a:pt x="551" y="199"/>
                    <a:pt x="551" y="319"/>
                  </a:cubicBezTo>
                  <a:lnTo>
                    <a:pt x="551" y="979"/>
                  </a:lnTo>
                  <a:cubicBezTo>
                    <a:pt x="551" y="1100"/>
                    <a:pt x="441" y="1199"/>
                    <a:pt x="320" y="1199"/>
                  </a:cubicBezTo>
                  <a:cubicBezTo>
                    <a:pt x="199" y="1199"/>
                    <a:pt x="100" y="1100"/>
                    <a:pt x="100" y="979"/>
                  </a:cubicBezTo>
                  <a:lnTo>
                    <a:pt x="100" y="319"/>
                  </a:lnTo>
                  <a:cubicBezTo>
                    <a:pt x="100" y="199"/>
                    <a:pt x="199" y="100"/>
                    <a:pt x="320" y="100"/>
                  </a:cubicBezTo>
                  <a:close/>
                  <a:moveTo>
                    <a:pt x="320" y="1"/>
                  </a:moveTo>
                  <a:cubicBezTo>
                    <a:pt x="144" y="1"/>
                    <a:pt x="1" y="144"/>
                    <a:pt x="1" y="319"/>
                  </a:cubicBezTo>
                  <a:lnTo>
                    <a:pt x="1" y="979"/>
                  </a:lnTo>
                  <a:cubicBezTo>
                    <a:pt x="1" y="1155"/>
                    <a:pt x="144" y="1298"/>
                    <a:pt x="320" y="1298"/>
                  </a:cubicBezTo>
                  <a:cubicBezTo>
                    <a:pt x="496" y="1298"/>
                    <a:pt x="639" y="1155"/>
                    <a:pt x="639" y="979"/>
                  </a:cubicBezTo>
                  <a:lnTo>
                    <a:pt x="639" y="319"/>
                  </a:lnTo>
                  <a:cubicBezTo>
                    <a:pt x="639" y="144"/>
                    <a:pt x="496" y="1"/>
                    <a:pt x="32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p2"/>
            <p:cNvSpPr/>
            <p:nvPr/>
          </p:nvSpPr>
          <p:spPr>
            <a:xfrm>
              <a:off x="2249387" y="3100180"/>
              <a:ext cx="70781" cy="75021"/>
            </a:xfrm>
            <a:custGeom>
              <a:rect b="b" l="l" r="r" t="t"/>
              <a:pathLst>
                <a:path extrusionOk="0" h="1167" w="1101">
                  <a:moveTo>
                    <a:pt x="320" y="0"/>
                  </a:moveTo>
                  <a:cubicBezTo>
                    <a:pt x="144" y="0"/>
                    <a:pt x="1" y="132"/>
                    <a:pt x="1" y="319"/>
                  </a:cubicBezTo>
                  <a:lnTo>
                    <a:pt x="1" y="847"/>
                  </a:lnTo>
                  <a:cubicBezTo>
                    <a:pt x="1" y="1023"/>
                    <a:pt x="144" y="1166"/>
                    <a:pt x="320" y="1166"/>
                  </a:cubicBezTo>
                  <a:lnTo>
                    <a:pt x="782" y="1166"/>
                  </a:lnTo>
                  <a:cubicBezTo>
                    <a:pt x="958" y="1166"/>
                    <a:pt x="1101" y="1023"/>
                    <a:pt x="1101" y="847"/>
                  </a:cubicBezTo>
                  <a:lnTo>
                    <a:pt x="1101" y="319"/>
                  </a:lnTo>
                  <a:cubicBezTo>
                    <a:pt x="1101" y="132"/>
                    <a:pt x="958" y="0"/>
                    <a:pt x="78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9" name="Google Shape;1589;p2"/>
            <p:cNvSpPr/>
            <p:nvPr/>
          </p:nvSpPr>
          <p:spPr>
            <a:xfrm>
              <a:off x="2276259" y="3119980"/>
              <a:ext cx="17036" cy="37542"/>
            </a:xfrm>
            <a:custGeom>
              <a:rect b="b" l="l" r="r" t="t"/>
              <a:pathLst>
                <a:path extrusionOk="0" h="584" w="265">
                  <a:moveTo>
                    <a:pt x="133" y="0"/>
                  </a:moveTo>
                  <a:cubicBezTo>
                    <a:pt x="67" y="0"/>
                    <a:pt x="1" y="55"/>
                    <a:pt x="1" y="132"/>
                  </a:cubicBezTo>
                  <a:cubicBezTo>
                    <a:pt x="1" y="176"/>
                    <a:pt x="34" y="220"/>
                    <a:pt x="67" y="242"/>
                  </a:cubicBezTo>
                  <a:lnTo>
                    <a:pt x="1" y="583"/>
                  </a:lnTo>
                  <a:lnTo>
                    <a:pt x="265" y="583"/>
                  </a:lnTo>
                  <a:lnTo>
                    <a:pt x="199" y="242"/>
                  </a:lnTo>
                  <a:cubicBezTo>
                    <a:pt x="243" y="220"/>
                    <a:pt x="265" y="176"/>
                    <a:pt x="265" y="132"/>
                  </a:cubicBezTo>
                  <a:cubicBezTo>
                    <a:pt x="265" y="55"/>
                    <a:pt x="210" y="0"/>
                    <a:pt x="133" y="0"/>
                  </a:cubicBezTo>
                  <a:close/>
                </a:path>
              </a:pathLst>
            </a:custGeom>
            <a:solidFill>
              <a:srgbClr val="000000">
                <a:alpha val="2627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0" name="Google Shape;1590;p2"/>
            <p:cNvSpPr/>
            <p:nvPr/>
          </p:nvSpPr>
          <p:spPr>
            <a:xfrm>
              <a:off x="2402839" y="2956308"/>
              <a:ext cx="680162" cy="756120"/>
            </a:xfrm>
            <a:custGeom>
              <a:rect b="b" l="l" r="r" t="t"/>
              <a:pathLst>
                <a:path extrusionOk="0" h="11762" w="10580">
                  <a:moveTo>
                    <a:pt x="9853" y="1"/>
                  </a:moveTo>
                  <a:cubicBezTo>
                    <a:pt x="9662" y="1"/>
                    <a:pt x="9473" y="85"/>
                    <a:pt x="9348" y="248"/>
                  </a:cubicBezTo>
                  <a:lnTo>
                    <a:pt x="0" y="11762"/>
                  </a:lnTo>
                  <a:lnTo>
                    <a:pt x="1683" y="11762"/>
                  </a:lnTo>
                  <a:lnTo>
                    <a:pt x="10359" y="1062"/>
                  </a:lnTo>
                  <a:cubicBezTo>
                    <a:pt x="10579" y="787"/>
                    <a:pt x="10535" y="380"/>
                    <a:pt x="10261" y="149"/>
                  </a:cubicBezTo>
                  <a:cubicBezTo>
                    <a:pt x="10142" y="49"/>
                    <a:pt x="9997" y="1"/>
                    <a:pt x="9853" y="1"/>
                  </a:cubicBezTo>
                  <a:close/>
                </a:path>
              </a:pathLst>
            </a:custGeom>
            <a:solidFill>
              <a:srgbClr val="FFFFFF">
                <a:alpha val="2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91" name="Google Shape;1591;p2"/>
          <p:cNvGrpSpPr/>
          <p:nvPr/>
        </p:nvGrpSpPr>
        <p:grpSpPr>
          <a:xfrm rot="-5400000">
            <a:off x="3259416" y="-2023375"/>
            <a:ext cx="2750618" cy="2741916"/>
            <a:chOff x="2724183" y="-1866850"/>
            <a:chExt cx="2750618" cy="2741916"/>
          </a:xfrm>
        </p:grpSpPr>
        <p:sp>
          <p:nvSpPr>
            <p:cNvPr id="1592" name="Google Shape;1592;p2"/>
            <p:cNvSpPr/>
            <p:nvPr/>
          </p:nvSpPr>
          <p:spPr>
            <a:xfrm>
              <a:off x="2822200" y="-1866850"/>
              <a:ext cx="2652600" cy="2637300"/>
            </a:xfrm>
            <a:prstGeom prst="ellipse">
              <a:avLst/>
            </a:prstGeom>
            <a:solidFill>
              <a:srgbClr val="FFFFFF">
                <a:alpha val="3568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93" name="Google Shape;1593;p2"/>
            <p:cNvGrpSpPr/>
            <p:nvPr/>
          </p:nvGrpSpPr>
          <p:grpSpPr>
            <a:xfrm flipH="1" rot="-5400000">
              <a:off x="2724854" y="-1701422"/>
              <a:ext cx="2575817" cy="2577160"/>
              <a:chOff x="1550275" y="1493275"/>
              <a:chExt cx="1582100" cy="1582925"/>
            </a:xfrm>
          </p:grpSpPr>
          <p:sp>
            <p:nvSpPr>
              <p:cNvPr id="1594" name="Google Shape;1594;p2"/>
              <p:cNvSpPr/>
              <p:nvPr/>
            </p:nvSpPr>
            <p:spPr>
              <a:xfrm>
                <a:off x="1650275" y="1594100"/>
                <a:ext cx="301650" cy="300825"/>
              </a:xfrm>
              <a:custGeom>
                <a:rect b="b" l="l" r="r" t="t"/>
                <a:pathLst>
                  <a:path extrusionOk="0" fill="none" h="12033" w="12066">
                    <a:moveTo>
                      <a:pt x="1" y="12032"/>
                    </a:moveTo>
                    <a:lnTo>
                      <a:pt x="12065"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5" name="Google Shape;1595;p2"/>
              <p:cNvSpPr/>
              <p:nvPr/>
            </p:nvSpPr>
            <p:spPr>
              <a:xfrm>
                <a:off x="1560025" y="1503850"/>
                <a:ext cx="648800" cy="647975"/>
              </a:xfrm>
              <a:custGeom>
                <a:rect b="b" l="l" r="r" t="t"/>
                <a:pathLst>
                  <a:path extrusionOk="0" fill="none" h="25919" w="25952">
                    <a:moveTo>
                      <a:pt x="1" y="25919"/>
                    </a:moveTo>
                    <a:lnTo>
                      <a:pt x="25952"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p2"/>
              <p:cNvSpPr/>
              <p:nvPr/>
            </p:nvSpPr>
            <p:spPr>
              <a:xfrm>
                <a:off x="1550275" y="1493275"/>
                <a:ext cx="834150" cy="834975"/>
              </a:xfrm>
              <a:custGeom>
                <a:rect b="b" l="l" r="r" t="t"/>
                <a:pathLst>
                  <a:path extrusionOk="0" fill="none" h="33399" w="33366">
                    <a:moveTo>
                      <a:pt x="1" y="33398"/>
                    </a:moveTo>
                    <a:lnTo>
                      <a:pt x="33366"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p2"/>
              <p:cNvSpPr/>
              <p:nvPr/>
            </p:nvSpPr>
            <p:spPr>
              <a:xfrm>
                <a:off x="1571425" y="1514425"/>
                <a:ext cx="957725" cy="958525"/>
              </a:xfrm>
              <a:custGeom>
                <a:rect b="b" l="l" r="r" t="t"/>
                <a:pathLst>
                  <a:path extrusionOk="0" fill="none" h="38341" w="38309">
                    <a:moveTo>
                      <a:pt x="0" y="38341"/>
                    </a:moveTo>
                    <a:lnTo>
                      <a:pt x="3830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p2"/>
              <p:cNvSpPr/>
              <p:nvPr/>
            </p:nvSpPr>
            <p:spPr>
              <a:xfrm>
                <a:off x="1612875" y="1555875"/>
                <a:ext cx="1041475" cy="1042275"/>
              </a:xfrm>
              <a:custGeom>
                <a:rect b="b" l="l" r="r" t="t"/>
                <a:pathLst>
                  <a:path extrusionOk="0" fill="none" h="41691" w="41659">
                    <a:moveTo>
                      <a:pt x="1" y="41691"/>
                    </a:moveTo>
                    <a:lnTo>
                      <a:pt x="41658"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p2"/>
              <p:cNvSpPr/>
              <p:nvPr/>
            </p:nvSpPr>
            <p:spPr>
              <a:xfrm>
                <a:off x="1669800" y="1613600"/>
                <a:ext cx="1093475" cy="1092675"/>
              </a:xfrm>
              <a:custGeom>
                <a:rect b="b" l="l" r="r" t="t"/>
                <a:pathLst>
                  <a:path extrusionOk="0" fill="none" h="43707" w="43739">
                    <a:moveTo>
                      <a:pt x="0" y="43707"/>
                    </a:moveTo>
                    <a:lnTo>
                      <a:pt x="4373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p2"/>
              <p:cNvSpPr/>
              <p:nvPr/>
            </p:nvSpPr>
            <p:spPr>
              <a:xfrm>
                <a:off x="1735631" y="1684323"/>
                <a:ext cx="1122767" cy="1115752"/>
              </a:xfrm>
              <a:custGeom>
                <a:rect b="b" l="l" r="r" t="t"/>
                <a:pathLst>
                  <a:path extrusionOk="0" fill="none" h="75837" w="75837">
                    <a:moveTo>
                      <a:pt x="1" y="75836"/>
                    </a:moveTo>
                    <a:lnTo>
                      <a:pt x="75837"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1" name="Google Shape;1601;p2"/>
              <p:cNvSpPr/>
              <p:nvPr/>
            </p:nvSpPr>
            <p:spPr>
              <a:xfrm>
                <a:off x="1781330" y="1767253"/>
                <a:ext cx="1160811" cy="1151585"/>
              </a:xfrm>
              <a:custGeom>
                <a:rect b="b" l="l" r="r" t="t"/>
                <a:pathLst>
                  <a:path extrusionOk="0" fill="none" h="75837" w="75870">
                    <a:moveTo>
                      <a:pt x="1" y="75836"/>
                    </a:moveTo>
                    <a:lnTo>
                      <a:pt x="75869" y="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p2"/>
              <p:cNvSpPr/>
              <p:nvPr/>
            </p:nvSpPr>
            <p:spPr>
              <a:xfrm>
                <a:off x="1891023" y="1863197"/>
                <a:ext cx="1121111" cy="1119801"/>
              </a:xfrm>
              <a:custGeom>
                <a:rect b="b" l="l" r="r" t="t"/>
                <a:pathLst>
                  <a:path extrusionOk="0" fill="none" h="74828" w="74828">
                    <a:moveTo>
                      <a:pt x="0" y="74828"/>
                    </a:moveTo>
                    <a:lnTo>
                      <a:pt x="74828" y="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p2"/>
              <p:cNvSpPr/>
              <p:nvPr/>
            </p:nvSpPr>
            <p:spPr>
              <a:xfrm>
                <a:off x="2027500" y="1971325"/>
                <a:ext cx="1042275" cy="1042275"/>
              </a:xfrm>
              <a:custGeom>
                <a:rect b="b" l="l" r="r" t="t"/>
                <a:pathLst>
                  <a:path extrusionOk="0" fill="none" h="41691" w="41691">
                    <a:moveTo>
                      <a:pt x="41691" y="0"/>
                    </a:moveTo>
                    <a:lnTo>
                      <a:pt x="1" y="41690"/>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p2"/>
              <p:cNvSpPr/>
              <p:nvPr/>
            </p:nvSpPr>
            <p:spPr>
              <a:xfrm>
                <a:off x="2152700" y="2096525"/>
                <a:ext cx="958550" cy="958525"/>
              </a:xfrm>
              <a:custGeom>
                <a:rect b="b" l="l" r="r" t="t"/>
                <a:pathLst>
                  <a:path extrusionOk="0" fill="none" h="38341" w="38342">
                    <a:moveTo>
                      <a:pt x="38341" y="0"/>
                    </a:moveTo>
                    <a:lnTo>
                      <a:pt x="1" y="3834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p2"/>
              <p:cNvSpPr/>
              <p:nvPr/>
            </p:nvSpPr>
            <p:spPr>
              <a:xfrm>
                <a:off x="2298225" y="2241225"/>
                <a:ext cx="834150" cy="834975"/>
              </a:xfrm>
              <a:custGeom>
                <a:rect b="b" l="l" r="r" t="t"/>
                <a:pathLst>
                  <a:path extrusionOk="0" fill="none" h="33399" w="33366">
                    <a:moveTo>
                      <a:pt x="33366" y="1"/>
                    </a:moveTo>
                    <a:lnTo>
                      <a:pt x="1" y="33398"/>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6" name="Google Shape;1606;p2"/>
              <p:cNvSpPr/>
              <p:nvPr/>
            </p:nvSpPr>
            <p:spPr>
              <a:xfrm>
                <a:off x="2473825" y="2417650"/>
                <a:ext cx="648800" cy="648800"/>
              </a:xfrm>
              <a:custGeom>
                <a:rect b="b" l="l" r="r" t="t"/>
                <a:pathLst>
                  <a:path extrusionOk="0" fill="none" h="25952" w="25952">
                    <a:moveTo>
                      <a:pt x="25952" y="0"/>
                    </a:moveTo>
                    <a:lnTo>
                      <a:pt x="1" y="25951"/>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p2"/>
              <p:cNvSpPr/>
              <p:nvPr/>
            </p:nvSpPr>
            <p:spPr>
              <a:xfrm>
                <a:off x="2730750" y="2674550"/>
                <a:ext cx="300825" cy="300825"/>
              </a:xfrm>
              <a:custGeom>
                <a:rect b="b" l="l" r="r" t="t"/>
                <a:pathLst>
                  <a:path extrusionOk="0" fill="none" h="12033" w="12033">
                    <a:moveTo>
                      <a:pt x="12032" y="1"/>
                    </a:moveTo>
                    <a:lnTo>
                      <a:pt x="0" y="12033"/>
                    </a:lnTo>
                  </a:path>
                </a:pathLst>
              </a:custGeom>
              <a:noFill/>
              <a:ln cap="rnd" cmpd="sng" w="19050">
                <a:solidFill>
                  <a:schemeClr val="accent1"/>
                </a:solidFill>
                <a:prstDash val="solid"/>
                <a:miter lim="32519"/>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1" name="Shape 1611"/>
        <p:cNvGrpSpPr/>
        <p:nvPr/>
      </p:nvGrpSpPr>
      <p:grpSpPr>
        <a:xfrm>
          <a:off x="0" y="0"/>
          <a:ext cx="0" cy="0"/>
          <a:chOff x="0" y="0"/>
          <a:chExt cx="0" cy="0"/>
        </a:xfrm>
      </p:grpSpPr>
      <p:sp>
        <p:nvSpPr>
          <p:cNvPr id="1612" name="Google Shape;1612;p3"/>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200"/>
              <a:buNone/>
            </a:pPr>
            <a:r>
              <a:rPr lang="en"/>
              <a:t>Type of Descriptive Statistics</a:t>
            </a:r>
            <a:endParaRPr/>
          </a:p>
        </p:txBody>
      </p:sp>
      <p:sp>
        <p:nvSpPr>
          <p:cNvPr id="1613" name="Google Shape;1613;p3"/>
          <p:cNvSpPr txBox="1"/>
          <p:nvPr>
            <p:ph idx="1" type="subTitle"/>
          </p:nvPr>
        </p:nvSpPr>
        <p:spPr>
          <a:xfrm>
            <a:off x="554885" y="2196809"/>
            <a:ext cx="1736864" cy="58072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SzPts val="2400"/>
              <a:buNone/>
            </a:pPr>
            <a:r>
              <a:rPr lang="en" sz="2000"/>
              <a:t>Frequency Distribution</a:t>
            </a:r>
            <a:endParaRPr sz="2000"/>
          </a:p>
        </p:txBody>
      </p:sp>
      <p:sp>
        <p:nvSpPr>
          <p:cNvPr id="1614" name="Google Shape;1614;p3"/>
          <p:cNvSpPr txBox="1"/>
          <p:nvPr>
            <p:ph idx="2" type="title"/>
          </p:nvPr>
        </p:nvSpPr>
        <p:spPr>
          <a:xfrm>
            <a:off x="1002912" y="1601036"/>
            <a:ext cx="788446" cy="455345"/>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600"/>
              <a:buNone/>
            </a:pPr>
            <a:r>
              <a:rPr lang="en" sz="4000"/>
              <a:t>01</a:t>
            </a:r>
            <a:endParaRPr sz="4000"/>
          </a:p>
        </p:txBody>
      </p:sp>
      <p:sp>
        <p:nvSpPr>
          <p:cNvPr id="1615" name="Google Shape;1615;p3"/>
          <p:cNvSpPr txBox="1"/>
          <p:nvPr>
            <p:ph idx="3" type="subTitle"/>
          </p:nvPr>
        </p:nvSpPr>
        <p:spPr>
          <a:xfrm>
            <a:off x="6320820" y="2246264"/>
            <a:ext cx="1730624" cy="616382"/>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SzPts val="2400"/>
              <a:buNone/>
            </a:pPr>
            <a:r>
              <a:rPr lang="en" sz="2000"/>
              <a:t>Measures of variability</a:t>
            </a:r>
            <a:endParaRPr sz="2000"/>
          </a:p>
        </p:txBody>
      </p:sp>
      <p:sp>
        <p:nvSpPr>
          <p:cNvPr id="1616" name="Google Shape;1616;p3"/>
          <p:cNvSpPr txBox="1"/>
          <p:nvPr>
            <p:ph idx="4" type="title"/>
          </p:nvPr>
        </p:nvSpPr>
        <p:spPr>
          <a:xfrm>
            <a:off x="6785094" y="1547670"/>
            <a:ext cx="802077" cy="483308"/>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600"/>
              <a:buNone/>
            </a:pPr>
            <a:r>
              <a:rPr lang="en" sz="4000"/>
              <a:t>03</a:t>
            </a:r>
            <a:endParaRPr sz="4000"/>
          </a:p>
        </p:txBody>
      </p:sp>
      <p:sp>
        <p:nvSpPr>
          <p:cNvPr id="1617" name="Google Shape;1617;p3"/>
          <p:cNvSpPr txBox="1"/>
          <p:nvPr>
            <p:ph idx="5" type="subTitle"/>
          </p:nvPr>
        </p:nvSpPr>
        <p:spPr>
          <a:xfrm>
            <a:off x="3216275" y="2246264"/>
            <a:ext cx="2280786" cy="549096"/>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SzPts val="2400"/>
              <a:buNone/>
            </a:pPr>
            <a:r>
              <a:rPr lang="en" sz="2000"/>
              <a:t>Measures of central tendency</a:t>
            </a:r>
            <a:endParaRPr sz="2000"/>
          </a:p>
        </p:txBody>
      </p:sp>
      <p:sp>
        <p:nvSpPr>
          <p:cNvPr id="1618" name="Google Shape;1618;p3"/>
          <p:cNvSpPr txBox="1"/>
          <p:nvPr>
            <p:ph idx="6" type="title"/>
          </p:nvPr>
        </p:nvSpPr>
        <p:spPr>
          <a:xfrm>
            <a:off x="3927344" y="1618867"/>
            <a:ext cx="805173" cy="430548"/>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600"/>
              <a:buNone/>
            </a:pPr>
            <a:r>
              <a:rPr lang="en" sz="4000"/>
              <a:t>02</a:t>
            </a:r>
            <a:endParaRPr sz="4000"/>
          </a:p>
        </p:txBody>
      </p:sp>
      <p:cxnSp>
        <p:nvCxnSpPr>
          <p:cNvPr id="1619" name="Google Shape;1619;p3"/>
          <p:cNvCxnSpPr/>
          <p:nvPr/>
        </p:nvCxnSpPr>
        <p:spPr>
          <a:xfrm>
            <a:off x="1055277" y="2185728"/>
            <a:ext cx="736081" cy="0"/>
          </a:xfrm>
          <a:prstGeom prst="straightConnector1">
            <a:avLst/>
          </a:prstGeom>
          <a:noFill/>
          <a:ln cap="flat" cmpd="sng" w="28575">
            <a:solidFill>
              <a:schemeClr val="dk1"/>
            </a:solidFill>
            <a:prstDash val="solid"/>
            <a:round/>
            <a:headEnd len="sm" w="sm" type="none"/>
            <a:tailEnd len="sm" w="sm" type="none"/>
          </a:ln>
        </p:spPr>
      </p:cxnSp>
      <p:cxnSp>
        <p:nvCxnSpPr>
          <p:cNvPr id="1620" name="Google Shape;1620;p3"/>
          <p:cNvCxnSpPr/>
          <p:nvPr/>
        </p:nvCxnSpPr>
        <p:spPr>
          <a:xfrm>
            <a:off x="6838364" y="2164000"/>
            <a:ext cx="748807" cy="0"/>
          </a:xfrm>
          <a:prstGeom prst="straightConnector1">
            <a:avLst/>
          </a:prstGeom>
          <a:noFill/>
          <a:ln cap="flat" cmpd="sng" w="28575">
            <a:solidFill>
              <a:schemeClr val="dk1"/>
            </a:solidFill>
            <a:prstDash val="solid"/>
            <a:round/>
            <a:headEnd len="sm" w="sm" type="none"/>
            <a:tailEnd len="sm" w="sm" type="none"/>
          </a:ln>
        </p:spPr>
      </p:cxnSp>
      <p:cxnSp>
        <p:nvCxnSpPr>
          <p:cNvPr id="1621" name="Google Shape;1621;p3"/>
          <p:cNvCxnSpPr/>
          <p:nvPr/>
        </p:nvCxnSpPr>
        <p:spPr>
          <a:xfrm>
            <a:off x="3980820" y="2203559"/>
            <a:ext cx="751697" cy="0"/>
          </a:xfrm>
          <a:prstGeom prst="straightConnector1">
            <a:avLst/>
          </a:prstGeom>
          <a:noFill/>
          <a:ln cap="flat" cmpd="sng" w="28575">
            <a:solidFill>
              <a:schemeClr val="dk1"/>
            </a:solidFill>
            <a:prstDash val="solid"/>
            <a:round/>
            <a:headEnd len="sm" w="sm" type="none"/>
            <a:tailEnd len="sm" w="sm" type="none"/>
          </a:ln>
        </p:spPr>
      </p:cxnSp>
      <p:sp>
        <p:nvSpPr>
          <p:cNvPr id="1622" name="Google Shape;1622;p3"/>
          <p:cNvSpPr txBox="1"/>
          <p:nvPr>
            <p:ph idx="5" type="subTitle"/>
          </p:nvPr>
        </p:nvSpPr>
        <p:spPr>
          <a:xfrm>
            <a:off x="3163637" y="3024265"/>
            <a:ext cx="2426983" cy="926700"/>
          </a:xfrm>
          <a:prstGeom prst="rect">
            <a:avLst/>
          </a:prstGeom>
          <a:noFill/>
          <a:ln>
            <a:noFill/>
          </a:ln>
        </p:spPr>
        <p:txBody>
          <a:bodyPr anchorCtr="0" anchor="t" bIns="91425" lIns="91425" spcFirstLastPara="1" rIns="91425" wrap="square" tIns="91425">
            <a:noAutofit/>
          </a:bodyPr>
          <a:lstStyle/>
          <a:p>
            <a:pPr indent="0" lvl="0" marL="0" rtl="0" algn="just">
              <a:lnSpc>
                <a:spcPct val="90000"/>
              </a:lnSpc>
              <a:spcBef>
                <a:spcPts val="0"/>
              </a:spcBef>
              <a:spcAft>
                <a:spcPts val="0"/>
              </a:spcAft>
              <a:buSzPts val="2400"/>
              <a:buNone/>
            </a:pPr>
            <a:r>
              <a:rPr lang="en" sz="1200">
                <a:latin typeface="Inter"/>
                <a:ea typeface="Inter"/>
                <a:cs typeface="Inter"/>
                <a:sym typeface="Inter"/>
              </a:rPr>
              <a:t>Menggambarkan posisi pusat distribusi untuk sebuah kumpulan data yang berfokus pada nilai rata-rata atau nilai tengah dari kumpulan data</a:t>
            </a:r>
            <a:endParaRPr sz="1200">
              <a:latin typeface="Inter"/>
              <a:ea typeface="Inter"/>
              <a:cs typeface="Inter"/>
              <a:sym typeface="Inter"/>
            </a:endParaRPr>
          </a:p>
        </p:txBody>
      </p:sp>
      <p:sp>
        <p:nvSpPr>
          <p:cNvPr id="1623" name="Google Shape;1623;p3"/>
          <p:cNvSpPr txBox="1"/>
          <p:nvPr>
            <p:ph idx="5" type="subTitle"/>
          </p:nvPr>
        </p:nvSpPr>
        <p:spPr>
          <a:xfrm>
            <a:off x="375419" y="3024265"/>
            <a:ext cx="2426983" cy="926700"/>
          </a:xfrm>
          <a:prstGeom prst="rect">
            <a:avLst/>
          </a:prstGeom>
          <a:noFill/>
          <a:ln>
            <a:noFill/>
          </a:ln>
        </p:spPr>
        <p:txBody>
          <a:bodyPr anchorCtr="0" anchor="t" bIns="91425" lIns="91425" spcFirstLastPara="1" rIns="91425" wrap="square" tIns="91425">
            <a:noAutofit/>
          </a:bodyPr>
          <a:lstStyle/>
          <a:p>
            <a:pPr indent="0" lvl="0" marL="0" rtl="0" algn="just">
              <a:lnSpc>
                <a:spcPct val="90000"/>
              </a:lnSpc>
              <a:spcBef>
                <a:spcPts val="0"/>
              </a:spcBef>
              <a:spcAft>
                <a:spcPts val="0"/>
              </a:spcAft>
              <a:buSzPts val="2400"/>
              <a:buNone/>
            </a:pPr>
            <a:r>
              <a:rPr lang="en" sz="1200">
                <a:latin typeface="Inter"/>
                <a:ea typeface="Inter"/>
                <a:cs typeface="Inter"/>
                <a:sym typeface="Inter"/>
              </a:rPr>
              <a:t>Sebuah kumpulan data terdiri dari distribusi nilai atau skor</a:t>
            </a:r>
            <a:endParaRPr sz="1200">
              <a:latin typeface="Inter"/>
              <a:ea typeface="Inter"/>
              <a:cs typeface="Inter"/>
              <a:sym typeface="Inter"/>
            </a:endParaRPr>
          </a:p>
        </p:txBody>
      </p:sp>
      <p:sp>
        <p:nvSpPr>
          <p:cNvPr id="1624" name="Google Shape;1624;p3"/>
          <p:cNvSpPr txBox="1"/>
          <p:nvPr>
            <p:ph idx="5" type="subTitle"/>
          </p:nvPr>
        </p:nvSpPr>
        <p:spPr>
          <a:xfrm>
            <a:off x="6019736" y="3024265"/>
            <a:ext cx="2426983" cy="926700"/>
          </a:xfrm>
          <a:prstGeom prst="rect">
            <a:avLst/>
          </a:prstGeom>
          <a:noFill/>
          <a:ln>
            <a:noFill/>
          </a:ln>
        </p:spPr>
        <p:txBody>
          <a:bodyPr anchorCtr="0" anchor="t" bIns="91425" lIns="91425" spcFirstLastPara="1" rIns="91425" wrap="square" tIns="91425">
            <a:noAutofit/>
          </a:bodyPr>
          <a:lstStyle/>
          <a:p>
            <a:pPr indent="0" lvl="0" marL="0" rtl="0" algn="just">
              <a:lnSpc>
                <a:spcPct val="90000"/>
              </a:lnSpc>
              <a:spcBef>
                <a:spcPts val="0"/>
              </a:spcBef>
              <a:spcAft>
                <a:spcPts val="0"/>
              </a:spcAft>
              <a:buSzPts val="2400"/>
              <a:buNone/>
            </a:pPr>
            <a:r>
              <a:rPr lang="en" sz="1200">
                <a:latin typeface="Inter"/>
                <a:ea typeface="Inter"/>
                <a:cs typeface="Inter"/>
                <a:sym typeface="Inter"/>
              </a:rPr>
              <a:t>membantu dalam menganalisis seberapa tersebar distribusi dari suatu kumpulan data. Meskipun ukuran tendensi sentral mungkin memberikan rata-rata dari suatu kumpulan data, hal itu tidak mendeskripsikan bagaimana data tersebut didistribusikan di dalam kumpulan.</a:t>
            </a:r>
            <a:endParaRPr sz="1200">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8" name="Shape 1628"/>
        <p:cNvGrpSpPr/>
        <p:nvPr/>
      </p:nvGrpSpPr>
      <p:grpSpPr>
        <a:xfrm>
          <a:off x="0" y="0"/>
          <a:ext cx="0" cy="0"/>
          <a:chOff x="0" y="0"/>
          <a:chExt cx="0" cy="0"/>
        </a:xfrm>
      </p:grpSpPr>
      <p:sp>
        <p:nvSpPr>
          <p:cNvPr id="1629" name="Google Shape;1629;p4"/>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200"/>
              <a:buNone/>
            </a:pPr>
            <a:r>
              <a:rPr lang="en"/>
              <a:t>Measures of central tendency</a:t>
            </a:r>
            <a:endParaRPr/>
          </a:p>
        </p:txBody>
      </p:sp>
      <p:sp>
        <p:nvSpPr>
          <p:cNvPr id="1630" name="Google Shape;1630;p4"/>
          <p:cNvSpPr txBox="1"/>
          <p:nvPr>
            <p:ph idx="1" type="subTitle"/>
          </p:nvPr>
        </p:nvSpPr>
        <p:spPr>
          <a:xfrm>
            <a:off x="827175" y="3244750"/>
            <a:ext cx="2172600" cy="926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en"/>
              <a:t>Rata-rata, atau M, adalah metode yang paling sering digunakan untuk mencari nilai rata-rata.</a:t>
            </a:r>
            <a:endParaRPr/>
          </a:p>
        </p:txBody>
      </p:sp>
      <p:sp>
        <p:nvSpPr>
          <p:cNvPr id="1631" name="Google Shape;1631;p4"/>
          <p:cNvSpPr txBox="1"/>
          <p:nvPr>
            <p:ph idx="2" type="subTitle"/>
          </p:nvPr>
        </p:nvSpPr>
        <p:spPr>
          <a:xfrm>
            <a:off x="827175" y="2775700"/>
            <a:ext cx="2172600" cy="554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Mean </a:t>
            </a:r>
            <a:endParaRPr/>
          </a:p>
        </p:txBody>
      </p:sp>
      <p:sp>
        <p:nvSpPr>
          <p:cNvPr id="1632" name="Google Shape;1632;p4"/>
          <p:cNvSpPr txBox="1"/>
          <p:nvPr>
            <p:ph idx="3" type="subTitle"/>
          </p:nvPr>
        </p:nvSpPr>
        <p:spPr>
          <a:xfrm>
            <a:off x="6144375" y="3244756"/>
            <a:ext cx="2172300" cy="926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en"/>
              <a:t>Modus adalah nilai yang paling populer atau paling sering muncul dalam kumpulan data. </a:t>
            </a:r>
            <a:endParaRPr/>
          </a:p>
        </p:txBody>
      </p:sp>
      <p:sp>
        <p:nvSpPr>
          <p:cNvPr id="1633" name="Google Shape;1633;p4"/>
          <p:cNvSpPr txBox="1"/>
          <p:nvPr>
            <p:ph idx="4" type="subTitle"/>
          </p:nvPr>
        </p:nvSpPr>
        <p:spPr>
          <a:xfrm>
            <a:off x="6144375" y="2775700"/>
            <a:ext cx="2172300" cy="554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Mode</a:t>
            </a:r>
            <a:endParaRPr/>
          </a:p>
        </p:txBody>
      </p:sp>
      <p:sp>
        <p:nvSpPr>
          <p:cNvPr id="1634" name="Google Shape;1634;p4"/>
          <p:cNvSpPr txBox="1"/>
          <p:nvPr>
            <p:ph idx="5" type="subTitle"/>
          </p:nvPr>
        </p:nvSpPr>
        <p:spPr>
          <a:xfrm>
            <a:off x="3485850" y="3244754"/>
            <a:ext cx="2172300" cy="926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en"/>
              <a:t>Median adalah nilai yang tepat berada di tengah-tengah kumpulan data.</a:t>
            </a:r>
            <a:endParaRPr/>
          </a:p>
        </p:txBody>
      </p:sp>
      <p:sp>
        <p:nvSpPr>
          <p:cNvPr id="1635" name="Google Shape;1635;p4"/>
          <p:cNvSpPr txBox="1"/>
          <p:nvPr>
            <p:ph idx="6" type="subTitle"/>
          </p:nvPr>
        </p:nvSpPr>
        <p:spPr>
          <a:xfrm>
            <a:off x="3485850" y="2775700"/>
            <a:ext cx="2172300" cy="554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Median</a:t>
            </a:r>
            <a:endParaRPr/>
          </a:p>
        </p:txBody>
      </p:sp>
      <p:cxnSp>
        <p:nvCxnSpPr>
          <p:cNvPr id="1636" name="Google Shape;1636;p4"/>
          <p:cNvCxnSpPr/>
          <p:nvPr/>
        </p:nvCxnSpPr>
        <p:spPr>
          <a:xfrm>
            <a:off x="1312175" y="2701275"/>
            <a:ext cx="1202400" cy="0"/>
          </a:xfrm>
          <a:prstGeom prst="straightConnector1">
            <a:avLst/>
          </a:prstGeom>
          <a:noFill/>
          <a:ln cap="flat" cmpd="sng" w="28575">
            <a:solidFill>
              <a:schemeClr val="dk1"/>
            </a:solidFill>
            <a:prstDash val="solid"/>
            <a:round/>
            <a:headEnd len="sm" w="sm" type="none"/>
            <a:tailEnd len="sm" w="sm" type="none"/>
          </a:ln>
        </p:spPr>
      </p:cxnSp>
      <p:cxnSp>
        <p:nvCxnSpPr>
          <p:cNvPr id="1637" name="Google Shape;1637;p4"/>
          <p:cNvCxnSpPr/>
          <p:nvPr/>
        </p:nvCxnSpPr>
        <p:spPr>
          <a:xfrm>
            <a:off x="6629350" y="2701275"/>
            <a:ext cx="1202400" cy="0"/>
          </a:xfrm>
          <a:prstGeom prst="straightConnector1">
            <a:avLst/>
          </a:prstGeom>
          <a:noFill/>
          <a:ln cap="flat" cmpd="sng" w="28575">
            <a:solidFill>
              <a:schemeClr val="dk1"/>
            </a:solidFill>
            <a:prstDash val="solid"/>
            <a:round/>
            <a:headEnd len="sm" w="sm" type="none"/>
            <a:tailEnd len="sm" w="sm" type="none"/>
          </a:ln>
        </p:spPr>
      </p:cxnSp>
      <p:cxnSp>
        <p:nvCxnSpPr>
          <p:cNvPr id="1638" name="Google Shape;1638;p4"/>
          <p:cNvCxnSpPr/>
          <p:nvPr/>
        </p:nvCxnSpPr>
        <p:spPr>
          <a:xfrm>
            <a:off x="3970800" y="2701275"/>
            <a:ext cx="1202400" cy="0"/>
          </a:xfrm>
          <a:prstGeom prst="straightConnector1">
            <a:avLst/>
          </a:prstGeom>
          <a:noFill/>
          <a:ln cap="flat" cmpd="sng" w="28575">
            <a:solidFill>
              <a:schemeClr val="dk1"/>
            </a:solidFill>
            <a:prstDash val="solid"/>
            <a:round/>
            <a:headEnd len="sm" w="sm" type="none"/>
            <a:tailEnd len="sm" w="sm" type="none"/>
          </a:ln>
        </p:spPr>
      </p:cxnSp>
      <p:grpSp>
        <p:nvGrpSpPr>
          <p:cNvPr id="1639" name="Google Shape;1639;p4"/>
          <p:cNvGrpSpPr/>
          <p:nvPr/>
        </p:nvGrpSpPr>
        <p:grpSpPr>
          <a:xfrm>
            <a:off x="1549765" y="1741845"/>
            <a:ext cx="727222" cy="722333"/>
            <a:chOff x="-1467695" y="1926796"/>
            <a:chExt cx="414206" cy="414205"/>
          </a:xfrm>
        </p:grpSpPr>
        <p:sp>
          <p:nvSpPr>
            <p:cNvPr id="1640" name="Google Shape;1640;p4"/>
            <p:cNvSpPr/>
            <p:nvPr/>
          </p:nvSpPr>
          <p:spPr>
            <a:xfrm>
              <a:off x="-1467695" y="1926796"/>
              <a:ext cx="343870" cy="414205"/>
            </a:xfrm>
            <a:custGeom>
              <a:rect b="b" l="l" r="r" t="t"/>
              <a:pathLst>
                <a:path extrusionOk="0" h="13262" w="11010">
                  <a:moveTo>
                    <a:pt x="3923" y="3897"/>
                  </a:moveTo>
                  <a:lnTo>
                    <a:pt x="3923" y="4682"/>
                  </a:lnTo>
                  <a:lnTo>
                    <a:pt x="4682" y="4682"/>
                  </a:lnTo>
                  <a:lnTo>
                    <a:pt x="4682" y="5466"/>
                  </a:lnTo>
                  <a:lnTo>
                    <a:pt x="3518" y="5466"/>
                  </a:lnTo>
                  <a:cubicBezTo>
                    <a:pt x="3316" y="5466"/>
                    <a:pt x="3138" y="5618"/>
                    <a:pt x="3138" y="5846"/>
                  </a:cubicBezTo>
                  <a:lnTo>
                    <a:pt x="3138" y="6226"/>
                  </a:lnTo>
                  <a:lnTo>
                    <a:pt x="4682" y="6226"/>
                  </a:lnTo>
                  <a:lnTo>
                    <a:pt x="4682" y="7390"/>
                  </a:lnTo>
                  <a:cubicBezTo>
                    <a:pt x="4682" y="7896"/>
                    <a:pt x="4353" y="8326"/>
                    <a:pt x="3923" y="8503"/>
                  </a:cubicBezTo>
                  <a:lnTo>
                    <a:pt x="3923" y="9339"/>
                  </a:lnTo>
                  <a:lnTo>
                    <a:pt x="3138" y="9339"/>
                  </a:lnTo>
                  <a:lnTo>
                    <a:pt x="3138" y="8554"/>
                  </a:lnTo>
                  <a:lnTo>
                    <a:pt x="2354" y="8554"/>
                  </a:lnTo>
                  <a:lnTo>
                    <a:pt x="2354" y="7795"/>
                  </a:lnTo>
                  <a:lnTo>
                    <a:pt x="3518" y="7795"/>
                  </a:lnTo>
                  <a:cubicBezTo>
                    <a:pt x="3746" y="7795"/>
                    <a:pt x="3923" y="7618"/>
                    <a:pt x="3923" y="7415"/>
                  </a:cubicBezTo>
                  <a:lnTo>
                    <a:pt x="3923" y="7010"/>
                  </a:lnTo>
                  <a:lnTo>
                    <a:pt x="2354" y="7010"/>
                  </a:lnTo>
                  <a:lnTo>
                    <a:pt x="2354" y="5846"/>
                  </a:lnTo>
                  <a:cubicBezTo>
                    <a:pt x="2354" y="5340"/>
                    <a:pt x="2683" y="4910"/>
                    <a:pt x="3138" y="4758"/>
                  </a:cubicBezTo>
                  <a:lnTo>
                    <a:pt x="3138" y="3897"/>
                  </a:lnTo>
                  <a:close/>
                  <a:moveTo>
                    <a:pt x="6251" y="0"/>
                  </a:moveTo>
                  <a:cubicBezTo>
                    <a:pt x="2835" y="202"/>
                    <a:pt x="0" y="3062"/>
                    <a:pt x="0" y="6631"/>
                  </a:cubicBezTo>
                  <a:cubicBezTo>
                    <a:pt x="0" y="10199"/>
                    <a:pt x="2987" y="13261"/>
                    <a:pt x="6631" y="13261"/>
                  </a:cubicBezTo>
                  <a:cubicBezTo>
                    <a:pt x="8276" y="13261"/>
                    <a:pt x="9820" y="12629"/>
                    <a:pt x="11009" y="11566"/>
                  </a:cubicBezTo>
                  <a:lnTo>
                    <a:pt x="6251" y="6782"/>
                  </a:lnTo>
                  <a:lnTo>
                    <a:pt x="62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4"/>
            <p:cNvSpPr/>
            <p:nvPr/>
          </p:nvSpPr>
          <p:spPr>
            <a:xfrm>
              <a:off x="-1247974" y="1926796"/>
              <a:ext cx="194485" cy="343839"/>
            </a:xfrm>
            <a:custGeom>
              <a:rect b="b" l="l" r="r" t="t"/>
              <a:pathLst>
                <a:path extrusionOk="0" h="11009" w="6227">
                  <a:moveTo>
                    <a:pt x="1" y="0"/>
                  </a:moveTo>
                  <a:lnTo>
                    <a:pt x="1" y="6453"/>
                  </a:lnTo>
                  <a:lnTo>
                    <a:pt x="4531" y="11009"/>
                  </a:lnTo>
                  <a:cubicBezTo>
                    <a:pt x="5594" y="9819"/>
                    <a:pt x="6226" y="8276"/>
                    <a:pt x="6226" y="6631"/>
                  </a:cubicBezTo>
                  <a:cubicBezTo>
                    <a:pt x="6226" y="3062"/>
                    <a:pt x="3392" y="202"/>
                    <a:pt x="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42" name="Google Shape;1642;p4"/>
          <p:cNvGrpSpPr/>
          <p:nvPr/>
        </p:nvGrpSpPr>
        <p:grpSpPr>
          <a:xfrm>
            <a:off x="4208370" y="1875560"/>
            <a:ext cx="727220" cy="588616"/>
            <a:chOff x="-891486" y="1927577"/>
            <a:chExt cx="414205" cy="337529"/>
          </a:xfrm>
        </p:grpSpPr>
        <p:sp>
          <p:nvSpPr>
            <p:cNvPr id="1643" name="Google Shape;1643;p4"/>
            <p:cNvSpPr/>
            <p:nvPr/>
          </p:nvSpPr>
          <p:spPr>
            <a:xfrm>
              <a:off x="-550021" y="1997912"/>
              <a:ext cx="72740" cy="169967"/>
            </a:xfrm>
            <a:custGeom>
              <a:rect b="b" l="l" r="r" t="t"/>
              <a:pathLst>
                <a:path extrusionOk="0" h="5442" w="2329">
                  <a:moveTo>
                    <a:pt x="785" y="1"/>
                  </a:moveTo>
                  <a:lnTo>
                    <a:pt x="785" y="861"/>
                  </a:lnTo>
                  <a:cubicBezTo>
                    <a:pt x="330" y="1013"/>
                    <a:pt x="1" y="1443"/>
                    <a:pt x="1" y="1949"/>
                  </a:cubicBezTo>
                  <a:lnTo>
                    <a:pt x="1" y="3114"/>
                  </a:lnTo>
                  <a:lnTo>
                    <a:pt x="1570" y="3114"/>
                  </a:lnTo>
                  <a:lnTo>
                    <a:pt x="1570" y="3493"/>
                  </a:lnTo>
                  <a:cubicBezTo>
                    <a:pt x="1570" y="3721"/>
                    <a:pt x="1392" y="3898"/>
                    <a:pt x="1165" y="3898"/>
                  </a:cubicBezTo>
                  <a:lnTo>
                    <a:pt x="1" y="3898"/>
                  </a:lnTo>
                  <a:lnTo>
                    <a:pt x="1" y="4657"/>
                  </a:lnTo>
                  <a:lnTo>
                    <a:pt x="785" y="4657"/>
                  </a:lnTo>
                  <a:lnTo>
                    <a:pt x="785" y="5442"/>
                  </a:lnTo>
                  <a:lnTo>
                    <a:pt x="1570" y="5442"/>
                  </a:lnTo>
                  <a:lnTo>
                    <a:pt x="1570" y="4581"/>
                  </a:lnTo>
                  <a:cubicBezTo>
                    <a:pt x="2000" y="4430"/>
                    <a:pt x="2329" y="3999"/>
                    <a:pt x="2329" y="3493"/>
                  </a:cubicBezTo>
                  <a:lnTo>
                    <a:pt x="2329" y="2329"/>
                  </a:lnTo>
                  <a:lnTo>
                    <a:pt x="785" y="2329"/>
                  </a:lnTo>
                  <a:lnTo>
                    <a:pt x="785" y="1949"/>
                  </a:lnTo>
                  <a:cubicBezTo>
                    <a:pt x="785" y="1722"/>
                    <a:pt x="962" y="1544"/>
                    <a:pt x="1165" y="1544"/>
                  </a:cubicBezTo>
                  <a:lnTo>
                    <a:pt x="2329" y="1544"/>
                  </a:lnTo>
                  <a:lnTo>
                    <a:pt x="2329" y="785"/>
                  </a:lnTo>
                  <a:lnTo>
                    <a:pt x="1570" y="785"/>
                  </a:lnTo>
                  <a:lnTo>
                    <a:pt x="157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4"/>
            <p:cNvSpPr/>
            <p:nvPr/>
          </p:nvSpPr>
          <p:spPr>
            <a:xfrm>
              <a:off x="-544493" y="1927577"/>
              <a:ext cx="49847" cy="44288"/>
            </a:xfrm>
            <a:custGeom>
              <a:rect b="b" l="l" r="r" t="t"/>
              <a:pathLst>
                <a:path extrusionOk="0" h="1418" w="1596">
                  <a:moveTo>
                    <a:pt x="1165" y="0"/>
                  </a:moveTo>
                  <a:lnTo>
                    <a:pt x="1" y="760"/>
                  </a:lnTo>
                  <a:lnTo>
                    <a:pt x="431" y="1418"/>
                  </a:lnTo>
                  <a:lnTo>
                    <a:pt x="1595" y="633"/>
                  </a:lnTo>
                  <a:lnTo>
                    <a:pt x="1165"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4"/>
            <p:cNvSpPr/>
            <p:nvPr/>
          </p:nvSpPr>
          <p:spPr>
            <a:xfrm>
              <a:off x="-544493" y="2193959"/>
              <a:ext cx="49847" cy="45068"/>
            </a:xfrm>
            <a:custGeom>
              <a:rect b="b" l="l" r="r" t="t"/>
              <a:pathLst>
                <a:path extrusionOk="0" h="1443" w="1596">
                  <a:moveTo>
                    <a:pt x="431" y="0"/>
                  </a:moveTo>
                  <a:lnTo>
                    <a:pt x="1" y="658"/>
                  </a:lnTo>
                  <a:lnTo>
                    <a:pt x="1165" y="1443"/>
                  </a:lnTo>
                  <a:lnTo>
                    <a:pt x="1595" y="785"/>
                  </a:lnTo>
                  <a:lnTo>
                    <a:pt x="43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4"/>
            <p:cNvSpPr/>
            <p:nvPr/>
          </p:nvSpPr>
          <p:spPr>
            <a:xfrm>
              <a:off x="-622731" y="1949689"/>
              <a:ext cx="48223" cy="266413"/>
            </a:xfrm>
            <a:custGeom>
              <a:rect b="b" l="l" r="r" t="t"/>
              <a:pathLst>
                <a:path extrusionOk="0" h="8530" w="1544">
                  <a:moveTo>
                    <a:pt x="0" y="1"/>
                  </a:moveTo>
                  <a:lnTo>
                    <a:pt x="0" y="8530"/>
                  </a:lnTo>
                  <a:lnTo>
                    <a:pt x="1544" y="8530"/>
                  </a:lnTo>
                  <a:lnTo>
                    <a:pt x="154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p4"/>
            <p:cNvSpPr/>
            <p:nvPr/>
          </p:nvSpPr>
          <p:spPr>
            <a:xfrm>
              <a:off x="-842482" y="2192366"/>
              <a:ext cx="72740" cy="72740"/>
            </a:xfrm>
            <a:custGeom>
              <a:rect b="b" l="l" r="r" t="t"/>
              <a:pathLst>
                <a:path extrusionOk="0" h="2329" w="2329">
                  <a:moveTo>
                    <a:pt x="1" y="0"/>
                  </a:moveTo>
                  <a:lnTo>
                    <a:pt x="1" y="2329"/>
                  </a:lnTo>
                  <a:lnTo>
                    <a:pt x="2329" y="2329"/>
                  </a:lnTo>
                  <a:lnTo>
                    <a:pt x="2329" y="1544"/>
                  </a:lnTo>
                  <a:lnTo>
                    <a:pt x="1544" y="1544"/>
                  </a:lnTo>
                  <a:lnTo>
                    <a:pt x="154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8" name="Google Shape;1648;p4"/>
            <p:cNvSpPr/>
            <p:nvPr/>
          </p:nvSpPr>
          <p:spPr>
            <a:xfrm>
              <a:off x="-891486" y="1997912"/>
              <a:ext cx="97258" cy="169967"/>
            </a:xfrm>
            <a:custGeom>
              <a:rect b="b" l="l" r="r" t="t"/>
              <a:pathLst>
                <a:path extrusionOk="0" h="5442" w="3114">
                  <a:moveTo>
                    <a:pt x="1949" y="1"/>
                  </a:moveTo>
                  <a:cubicBezTo>
                    <a:pt x="886" y="1"/>
                    <a:pt x="1" y="886"/>
                    <a:pt x="1" y="1949"/>
                  </a:cubicBezTo>
                  <a:lnTo>
                    <a:pt x="1" y="3493"/>
                  </a:lnTo>
                  <a:cubicBezTo>
                    <a:pt x="1" y="4581"/>
                    <a:pt x="886" y="5442"/>
                    <a:pt x="1949" y="5442"/>
                  </a:cubicBezTo>
                  <a:lnTo>
                    <a:pt x="3113" y="5442"/>
                  </a:lnTo>
                  <a:lnTo>
                    <a:pt x="311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p4"/>
            <p:cNvSpPr/>
            <p:nvPr/>
          </p:nvSpPr>
          <p:spPr>
            <a:xfrm>
              <a:off x="-769773" y="1961558"/>
              <a:ext cx="122556" cy="242708"/>
            </a:xfrm>
            <a:custGeom>
              <a:rect b="b" l="l" r="r" t="t"/>
              <a:pathLst>
                <a:path extrusionOk="0" h="7771" w="3924">
                  <a:moveTo>
                    <a:pt x="3924" y="1"/>
                  </a:moveTo>
                  <a:cubicBezTo>
                    <a:pt x="3924" y="659"/>
                    <a:pt x="3418" y="1165"/>
                    <a:pt x="2760" y="1165"/>
                  </a:cubicBezTo>
                  <a:lnTo>
                    <a:pt x="1" y="1165"/>
                  </a:lnTo>
                  <a:lnTo>
                    <a:pt x="1" y="6606"/>
                  </a:lnTo>
                  <a:lnTo>
                    <a:pt x="2760" y="6606"/>
                  </a:lnTo>
                  <a:cubicBezTo>
                    <a:pt x="3418" y="6606"/>
                    <a:pt x="3924" y="7137"/>
                    <a:pt x="3924" y="7770"/>
                  </a:cubicBezTo>
                  <a:lnTo>
                    <a:pt x="392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0" name="Google Shape;1650;p4"/>
          <p:cNvGrpSpPr/>
          <p:nvPr/>
        </p:nvGrpSpPr>
        <p:grpSpPr>
          <a:xfrm>
            <a:off x="6866914" y="1741791"/>
            <a:ext cx="727275" cy="722387"/>
            <a:chOff x="-1571262" y="3231752"/>
            <a:chExt cx="414237" cy="414237"/>
          </a:xfrm>
        </p:grpSpPr>
        <p:sp>
          <p:nvSpPr>
            <p:cNvPr id="1651" name="Google Shape;1651;p4"/>
            <p:cNvSpPr/>
            <p:nvPr/>
          </p:nvSpPr>
          <p:spPr>
            <a:xfrm>
              <a:off x="-1571262" y="3231752"/>
              <a:ext cx="414237" cy="414237"/>
            </a:xfrm>
            <a:custGeom>
              <a:rect b="b" l="l" r="r" t="t"/>
              <a:pathLst>
                <a:path extrusionOk="0" h="13263" w="13263">
                  <a:moveTo>
                    <a:pt x="6632" y="1"/>
                  </a:moveTo>
                  <a:cubicBezTo>
                    <a:pt x="3898" y="1"/>
                    <a:pt x="1646" y="2203"/>
                    <a:pt x="1595" y="4936"/>
                  </a:cubicBezTo>
                  <a:cubicBezTo>
                    <a:pt x="659" y="5366"/>
                    <a:pt x="1" y="6328"/>
                    <a:pt x="1" y="7391"/>
                  </a:cubicBezTo>
                  <a:cubicBezTo>
                    <a:pt x="1" y="8909"/>
                    <a:pt x="1241" y="10149"/>
                    <a:pt x="2734" y="10149"/>
                  </a:cubicBezTo>
                  <a:lnTo>
                    <a:pt x="3139" y="10149"/>
                  </a:lnTo>
                  <a:lnTo>
                    <a:pt x="3139" y="4658"/>
                  </a:lnTo>
                  <a:lnTo>
                    <a:pt x="2734" y="4658"/>
                  </a:lnTo>
                  <a:cubicBezTo>
                    <a:pt x="2608" y="4658"/>
                    <a:pt x="2506" y="4683"/>
                    <a:pt x="2380" y="4683"/>
                  </a:cubicBezTo>
                  <a:cubicBezTo>
                    <a:pt x="2557" y="2506"/>
                    <a:pt x="4379" y="786"/>
                    <a:pt x="6632" y="786"/>
                  </a:cubicBezTo>
                  <a:cubicBezTo>
                    <a:pt x="8859" y="786"/>
                    <a:pt x="10706" y="2506"/>
                    <a:pt x="10883" y="4683"/>
                  </a:cubicBezTo>
                  <a:cubicBezTo>
                    <a:pt x="10757" y="4683"/>
                    <a:pt x="10630" y="4658"/>
                    <a:pt x="10504" y="4658"/>
                  </a:cubicBezTo>
                  <a:lnTo>
                    <a:pt x="10124" y="4658"/>
                  </a:lnTo>
                  <a:lnTo>
                    <a:pt x="10124" y="10149"/>
                  </a:lnTo>
                  <a:lnTo>
                    <a:pt x="10504" y="10149"/>
                  </a:lnTo>
                  <a:cubicBezTo>
                    <a:pt x="10630" y="10149"/>
                    <a:pt x="10757" y="10124"/>
                    <a:pt x="10909" y="10099"/>
                  </a:cubicBezTo>
                  <a:lnTo>
                    <a:pt x="10909" y="11693"/>
                  </a:lnTo>
                  <a:lnTo>
                    <a:pt x="7796" y="11693"/>
                  </a:lnTo>
                  <a:lnTo>
                    <a:pt x="7796" y="10934"/>
                  </a:lnTo>
                  <a:lnTo>
                    <a:pt x="6632" y="10934"/>
                  </a:lnTo>
                  <a:cubicBezTo>
                    <a:pt x="5974" y="10934"/>
                    <a:pt x="5467" y="11440"/>
                    <a:pt x="5467" y="12098"/>
                  </a:cubicBezTo>
                  <a:cubicBezTo>
                    <a:pt x="5467" y="12731"/>
                    <a:pt x="5974" y="13262"/>
                    <a:pt x="6632" y="13262"/>
                  </a:cubicBezTo>
                  <a:lnTo>
                    <a:pt x="7796" y="13262"/>
                  </a:lnTo>
                  <a:lnTo>
                    <a:pt x="7796" y="12478"/>
                  </a:lnTo>
                  <a:lnTo>
                    <a:pt x="11668" y="12478"/>
                  </a:lnTo>
                  <a:lnTo>
                    <a:pt x="11668" y="9871"/>
                  </a:lnTo>
                  <a:cubicBezTo>
                    <a:pt x="12579" y="9441"/>
                    <a:pt x="13262" y="8479"/>
                    <a:pt x="13262" y="7391"/>
                  </a:cubicBezTo>
                  <a:cubicBezTo>
                    <a:pt x="13262" y="6328"/>
                    <a:pt x="12579" y="5366"/>
                    <a:pt x="11668" y="4936"/>
                  </a:cubicBezTo>
                  <a:cubicBezTo>
                    <a:pt x="11617" y="2203"/>
                    <a:pt x="9365" y="1"/>
                    <a:pt x="663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p4"/>
            <p:cNvSpPr/>
            <p:nvPr/>
          </p:nvSpPr>
          <p:spPr>
            <a:xfrm>
              <a:off x="-1448737" y="3377202"/>
              <a:ext cx="169186" cy="171560"/>
            </a:xfrm>
            <a:custGeom>
              <a:rect b="b" l="l" r="r" t="t"/>
              <a:pathLst>
                <a:path extrusionOk="0" h="5493" w="5417">
                  <a:moveTo>
                    <a:pt x="3088" y="1570"/>
                  </a:moveTo>
                  <a:lnTo>
                    <a:pt x="3088" y="2354"/>
                  </a:lnTo>
                  <a:lnTo>
                    <a:pt x="3873" y="2354"/>
                  </a:lnTo>
                  <a:lnTo>
                    <a:pt x="3873" y="3139"/>
                  </a:lnTo>
                  <a:lnTo>
                    <a:pt x="2304" y="3139"/>
                  </a:lnTo>
                  <a:lnTo>
                    <a:pt x="2304" y="1570"/>
                  </a:lnTo>
                  <a:close/>
                  <a:moveTo>
                    <a:pt x="2709" y="1"/>
                  </a:moveTo>
                  <a:cubicBezTo>
                    <a:pt x="1215" y="1"/>
                    <a:pt x="1" y="1241"/>
                    <a:pt x="1" y="2734"/>
                  </a:cubicBezTo>
                  <a:cubicBezTo>
                    <a:pt x="1" y="4252"/>
                    <a:pt x="1215" y="5492"/>
                    <a:pt x="2709" y="5492"/>
                  </a:cubicBezTo>
                  <a:cubicBezTo>
                    <a:pt x="4202" y="5492"/>
                    <a:pt x="5416" y="4252"/>
                    <a:pt x="5416" y="2734"/>
                  </a:cubicBezTo>
                  <a:cubicBezTo>
                    <a:pt x="5416" y="1241"/>
                    <a:pt x="4202" y="1"/>
                    <a:pt x="27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6" name="Shape 1656"/>
        <p:cNvGrpSpPr/>
        <p:nvPr/>
      </p:nvGrpSpPr>
      <p:grpSpPr>
        <a:xfrm>
          <a:off x="0" y="0"/>
          <a:ext cx="0" cy="0"/>
          <a:chOff x="0" y="0"/>
          <a:chExt cx="0" cy="0"/>
        </a:xfrm>
      </p:grpSpPr>
      <p:sp>
        <p:nvSpPr>
          <p:cNvPr id="1657" name="Google Shape;1657;p5"/>
          <p:cNvSpPr txBox="1"/>
          <p:nvPr>
            <p:ph type="title"/>
          </p:nvPr>
        </p:nvSpPr>
        <p:spPr>
          <a:xfrm>
            <a:off x="713224" y="466733"/>
            <a:ext cx="7717500" cy="708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200"/>
              <a:buNone/>
            </a:pPr>
            <a:r>
              <a:rPr lang="en"/>
              <a:t>Rumus</a:t>
            </a:r>
            <a:endParaRPr/>
          </a:p>
        </p:txBody>
      </p:sp>
      <p:pic>
        <p:nvPicPr>
          <p:cNvPr id="1658" name="Google Shape;1658;p5"/>
          <p:cNvPicPr preferRelativeResize="0"/>
          <p:nvPr/>
        </p:nvPicPr>
        <p:blipFill rotWithShape="1">
          <a:blip r:embed="rId3">
            <a:alphaModFix/>
          </a:blip>
          <a:srcRect b="0" l="0" r="0" t="0"/>
          <a:stretch/>
        </p:blipFill>
        <p:spPr>
          <a:xfrm>
            <a:off x="383024" y="1174733"/>
            <a:ext cx="4438650" cy="1905000"/>
          </a:xfrm>
          <a:prstGeom prst="rect">
            <a:avLst/>
          </a:prstGeom>
          <a:noFill/>
          <a:ln>
            <a:noFill/>
          </a:ln>
        </p:spPr>
      </p:pic>
      <p:pic>
        <p:nvPicPr>
          <p:cNvPr id="1659" name="Google Shape;1659;p5"/>
          <p:cNvPicPr preferRelativeResize="0"/>
          <p:nvPr/>
        </p:nvPicPr>
        <p:blipFill rotWithShape="1">
          <a:blip r:embed="rId4">
            <a:alphaModFix/>
          </a:blip>
          <a:srcRect b="0" l="0" r="0" t="0"/>
          <a:stretch/>
        </p:blipFill>
        <p:spPr>
          <a:xfrm>
            <a:off x="4987396" y="1174733"/>
            <a:ext cx="3571875" cy="1905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sp>
        <p:nvSpPr>
          <p:cNvPr id="1664" name="Google Shape;1664;p6"/>
          <p:cNvSpPr txBox="1"/>
          <p:nvPr>
            <p:ph type="title"/>
          </p:nvPr>
        </p:nvSpPr>
        <p:spPr>
          <a:xfrm>
            <a:off x="713269" y="359894"/>
            <a:ext cx="7717500" cy="708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200"/>
              <a:buNone/>
            </a:pPr>
            <a:r>
              <a:rPr lang="en"/>
              <a:t>Measures of variability</a:t>
            </a:r>
            <a:endParaRPr/>
          </a:p>
        </p:txBody>
      </p:sp>
      <p:sp>
        <p:nvSpPr>
          <p:cNvPr id="1665" name="Google Shape;1665;p6"/>
          <p:cNvSpPr txBox="1"/>
          <p:nvPr>
            <p:ph idx="1" type="subTitle"/>
          </p:nvPr>
        </p:nvSpPr>
        <p:spPr>
          <a:xfrm>
            <a:off x="1654619" y="1698668"/>
            <a:ext cx="2697248" cy="831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200"/>
              <a:buNone/>
            </a:pPr>
            <a:r>
              <a:rPr lang="en"/>
              <a:t>gambaran tentang seberapa jauh jarak antara nilai respons yang paling ekstrem. </a:t>
            </a:r>
            <a:endParaRPr/>
          </a:p>
        </p:txBody>
      </p:sp>
      <p:sp>
        <p:nvSpPr>
          <p:cNvPr id="1666" name="Google Shape;1666;p6"/>
          <p:cNvSpPr txBox="1"/>
          <p:nvPr>
            <p:ph idx="2" type="subTitle"/>
          </p:nvPr>
        </p:nvSpPr>
        <p:spPr>
          <a:xfrm>
            <a:off x="1654619" y="1223869"/>
            <a:ext cx="2156100" cy="554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Range</a:t>
            </a:r>
            <a:endParaRPr/>
          </a:p>
        </p:txBody>
      </p:sp>
      <p:sp>
        <p:nvSpPr>
          <p:cNvPr id="1667" name="Google Shape;1667;p6"/>
          <p:cNvSpPr txBox="1"/>
          <p:nvPr>
            <p:ph idx="3" type="subTitle"/>
          </p:nvPr>
        </p:nvSpPr>
        <p:spPr>
          <a:xfrm>
            <a:off x="1654619" y="3305595"/>
            <a:ext cx="2697248" cy="831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200"/>
              <a:buNone/>
            </a:pPr>
            <a:r>
              <a:rPr lang="en"/>
              <a:t>ukuran penyebaran yang membagi data yang telah diurutkan menjadi empat bagian yang sama besar. Digunakan untuk memberikan gambaran tentang variasi dalam kumpulan data untuk mengidentifikasi dan membandingkan lokasi pusat dan penyebaran data tersebut.</a:t>
            </a:r>
            <a:endParaRPr/>
          </a:p>
        </p:txBody>
      </p:sp>
      <p:sp>
        <p:nvSpPr>
          <p:cNvPr id="1668" name="Google Shape;1668;p6"/>
          <p:cNvSpPr txBox="1"/>
          <p:nvPr>
            <p:ph idx="4" type="subTitle"/>
          </p:nvPr>
        </p:nvSpPr>
        <p:spPr>
          <a:xfrm>
            <a:off x="1654619" y="2830796"/>
            <a:ext cx="2697248" cy="554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Quartiles</a:t>
            </a:r>
            <a:endParaRPr/>
          </a:p>
        </p:txBody>
      </p:sp>
      <p:sp>
        <p:nvSpPr>
          <p:cNvPr id="1669" name="Google Shape;1669;p6"/>
          <p:cNvSpPr txBox="1"/>
          <p:nvPr>
            <p:ph idx="5" type="subTitle"/>
          </p:nvPr>
        </p:nvSpPr>
        <p:spPr>
          <a:xfrm>
            <a:off x="5979538" y="1698515"/>
            <a:ext cx="2656462" cy="831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200"/>
              <a:buNone/>
            </a:pPr>
            <a:r>
              <a:rPr lang="en"/>
              <a:t>menunjukkan jumlah rata-rata variabilitas dalam kumpulan data. Semakin besar deviasi standar, semakin variatif kumpulan data tersebut.</a:t>
            </a:r>
            <a:endParaRPr/>
          </a:p>
        </p:txBody>
      </p:sp>
      <p:sp>
        <p:nvSpPr>
          <p:cNvPr id="1670" name="Google Shape;1670;p6"/>
          <p:cNvSpPr txBox="1"/>
          <p:nvPr>
            <p:ph idx="6" type="subTitle"/>
          </p:nvPr>
        </p:nvSpPr>
        <p:spPr>
          <a:xfrm>
            <a:off x="5979538" y="1223713"/>
            <a:ext cx="2796162" cy="554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Standard Deviation</a:t>
            </a:r>
            <a:endParaRPr/>
          </a:p>
        </p:txBody>
      </p:sp>
      <p:sp>
        <p:nvSpPr>
          <p:cNvPr id="1671" name="Google Shape;1671;p6"/>
          <p:cNvSpPr txBox="1"/>
          <p:nvPr>
            <p:ph idx="7" type="subTitle"/>
          </p:nvPr>
        </p:nvSpPr>
        <p:spPr>
          <a:xfrm>
            <a:off x="5979537" y="3305452"/>
            <a:ext cx="2571795" cy="831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200"/>
              <a:buNone/>
            </a:pPr>
            <a:r>
              <a:rPr lang="en"/>
              <a:t>rata-rata dari penyimpangan kuadrat dari rata-rata (mean). Semakin luas penyebaran data, semakin besar pula variansnya terhadap rata-rata.</a:t>
            </a:r>
            <a:endParaRPr/>
          </a:p>
        </p:txBody>
      </p:sp>
      <p:sp>
        <p:nvSpPr>
          <p:cNvPr id="1672" name="Google Shape;1672;p6"/>
          <p:cNvSpPr txBox="1"/>
          <p:nvPr>
            <p:ph idx="8" type="subTitle"/>
          </p:nvPr>
        </p:nvSpPr>
        <p:spPr>
          <a:xfrm>
            <a:off x="5979538" y="2830650"/>
            <a:ext cx="2157900" cy="554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Variance</a:t>
            </a:r>
            <a:endParaRPr/>
          </a:p>
        </p:txBody>
      </p:sp>
      <p:cxnSp>
        <p:nvCxnSpPr>
          <p:cNvPr id="1673" name="Google Shape;1673;p6"/>
          <p:cNvCxnSpPr/>
          <p:nvPr/>
        </p:nvCxnSpPr>
        <p:spPr>
          <a:xfrm>
            <a:off x="738669" y="2385882"/>
            <a:ext cx="818100" cy="0"/>
          </a:xfrm>
          <a:prstGeom prst="straightConnector1">
            <a:avLst/>
          </a:prstGeom>
          <a:noFill/>
          <a:ln cap="flat" cmpd="sng" w="28575">
            <a:solidFill>
              <a:schemeClr val="dk1"/>
            </a:solidFill>
            <a:prstDash val="solid"/>
            <a:round/>
            <a:headEnd len="sm" w="sm" type="none"/>
            <a:tailEnd len="sm" w="sm" type="none"/>
          </a:ln>
        </p:spPr>
      </p:cxnSp>
      <p:cxnSp>
        <p:nvCxnSpPr>
          <p:cNvPr id="1674" name="Google Shape;1674;p6"/>
          <p:cNvCxnSpPr/>
          <p:nvPr/>
        </p:nvCxnSpPr>
        <p:spPr>
          <a:xfrm>
            <a:off x="5063588" y="2385738"/>
            <a:ext cx="818100" cy="0"/>
          </a:xfrm>
          <a:prstGeom prst="straightConnector1">
            <a:avLst/>
          </a:prstGeom>
          <a:noFill/>
          <a:ln cap="flat" cmpd="sng" w="28575">
            <a:solidFill>
              <a:schemeClr val="dk1"/>
            </a:solidFill>
            <a:prstDash val="solid"/>
            <a:round/>
            <a:headEnd len="sm" w="sm" type="none"/>
            <a:tailEnd len="sm" w="sm" type="none"/>
          </a:ln>
        </p:spPr>
      </p:cxnSp>
      <p:cxnSp>
        <p:nvCxnSpPr>
          <p:cNvPr id="1675" name="Google Shape;1675;p6"/>
          <p:cNvCxnSpPr/>
          <p:nvPr/>
        </p:nvCxnSpPr>
        <p:spPr>
          <a:xfrm>
            <a:off x="738669" y="4001844"/>
            <a:ext cx="818100" cy="0"/>
          </a:xfrm>
          <a:prstGeom prst="straightConnector1">
            <a:avLst/>
          </a:prstGeom>
          <a:noFill/>
          <a:ln cap="flat" cmpd="sng" w="28575">
            <a:solidFill>
              <a:schemeClr val="dk1"/>
            </a:solidFill>
            <a:prstDash val="solid"/>
            <a:round/>
            <a:headEnd len="sm" w="sm" type="none"/>
            <a:tailEnd len="sm" w="sm" type="none"/>
          </a:ln>
        </p:spPr>
      </p:cxnSp>
      <p:cxnSp>
        <p:nvCxnSpPr>
          <p:cNvPr id="1676" name="Google Shape;1676;p6"/>
          <p:cNvCxnSpPr/>
          <p:nvPr/>
        </p:nvCxnSpPr>
        <p:spPr>
          <a:xfrm>
            <a:off x="5063588" y="4001700"/>
            <a:ext cx="818100" cy="0"/>
          </a:xfrm>
          <a:prstGeom prst="straightConnector1">
            <a:avLst/>
          </a:prstGeom>
          <a:noFill/>
          <a:ln cap="flat" cmpd="sng" w="28575">
            <a:solidFill>
              <a:schemeClr val="dk1"/>
            </a:solidFill>
            <a:prstDash val="solid"/>
            <a:round/>
            <a:headEnd len="sm" w="sm" type="none"/>
            <a:tailEnd len="sm" w="sm" type="none"/>
          </a:ln>
        </p:spPr>
      </p:cxnSp>
      <p:grpSp>
        <p:nvGrpSpPr>
          <p:cNvPr id="1677" name="Google Shape;1677;p6"/>
          <p:cNvGrpSpPr/>
          <p:nvPr/>
        </p:nvGrpSpPr>
        <p:grpSpPr>
          <a:xfrm>
            <a:off x="5109569" y="1393637"/>
            <a:ext cx="726139" cy="676892"/>
            <a:chOff x="-3080947" y="1249394"/>
            <a:chExt cx="413425" cy="388126"/>
          </a:xfrm>
        </p:grpSpPr>
        <p:sp>
          <p:nvSpPr>
            <p:cNvPr id="1678" name="Google Shape;1678;p6"/>
            <p:cNvSpPr/>
            <p:nvPr/>
          </p:nvSpPr>
          <p:spPr>
            <a:xfrm>
              <a:off x="-2935528" y="1515776"/>
              <a:ext cx="122556" cy="121744"/>
            </a:xfrm>
            <a:custGeom>
              <a:rect b="b" l="l" r="r" t="t"/>
              <a:pathLst>
                <a:path extrusionOk="0" h="3898" w="3924">
                  <a:moveTo>
                    <a:pt x="1975" y="0"/>
                  </a:moveTo>
                  <a:cubicBezTo>
                    <a:pt x="886" y="0"/>
                    <a:pt x="1" y="861"/>
                    <a:pt x="1" y="1949"/>
                  </a:cubicBezTo>
                  <a:cubicBezTo>
                    <a:pt x="1" y="3012"/>
                    <a:pt x="886" y="3897"/>
                    <a:pt x="1975" y="3897"/>
                  </a:cubicBezTo>
                  <a:cubicBezTo>
                    <a:pt x="3063" y="3897"/>
                    <a:pt x="3923" y="3012"/>
                    <a:pt x="3923" y="1949"/>
                  </a:cubicBezTo>
                  <a:cubicBezTo>
                    <a:pt x="3923" y="861"/>
                    <a:pt x="3063" y="0"/>
                    <a:pt x="197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6"/>
            <p:cNvSpPr/>
            <p:nvPr/>
          </p:nvSpPr>
          <p:spPr>
            <a:xfrm>
              <a:off x="-2797200" y="1322103"/>
              <a:ext cx="117809" cy="174715"/>
            </a:xfrm>
            <a:custGeom>
              <a:rect b="b" l="l" r="r" t="t"/>
              <a:pathLst>
                <a:path extrusionOk="0" h="5594" w="3772">
                  <a:moveTo>
                    <a:pt x="3771" y="1"/>
                  </a:moveTo>
                  <a:cubicBezTo>
                    <a:pt x="2278" y="1"/>
                    <a:pt x="1063" y="1215"/>
                    <a:pt x="1063" y="2709"/>
                  </a:cubicBezTo>
                  <a:lnTo>
                    <a:pt x="1063" y="4101"/>
                  </a:lnTo>
                  <a:lnTo>
                    <a:pt x="557" y="3594"/>
                  </a:lnTo>
                  <a:lnTo>
                    <a:pt x="1" y="4151"/>
                  </a:lnTo>
                  <a:lnTo>
                    <a:pt x="1443" y="5594"/>
                  </a:lnTo>
                  <a:lnTo>
                    <a:pt x="2886" y="4151"/>
                  </a:lnTo>
                  <a:lnTo>
                    <a:pt x="2329" y="3594"/>
                  </a:lnTo>
                  <a:lnTo>
                    <a:pt x="1823" y="4101"/>
                  </a:lnTo>
                  <a:lnTo>
                    <a:pt x="1823" y="2709"/>
                  </a:lnTo>
                  <a:cubicBezTo>
                    <a:pt x="1823" y="1646"/>
                    <a:pt x="2708" y="760"/>
                    <a:pt x="3771" y="760"/>
                  </a:cubicBezTo>
                  <a:lnTo>
                    <a:pt x="377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p6"/>
            <p:cNvSpPr/>
            <p:nvPr/>
          </p:nvSpPr>
          <p:spPr>
            <a:xfrm>
              <a:off x="-3069110" y="1322103"/>
              <a:ext cx="117809" cy="174715"/>
            </a:xfrm>
            <a:custGeom>
              <a:rect b="b" l="l" r="r" t="t"/>
              <a:pathLst>
                <a:path extrusionOk="0" h="5594" w="3772">
                  <a:moveTo>
                    <a:pt x="1" y="1"/>
                  </a:moveTo>
                  <a:lnTo>
                    <a:pt x="1" y="760"/>
                  </a:lnTo>
                  <a:cubicBezTo>
                    <a:pt x="1064" y="760"/>
                    <a:pt x="1949" y="1646"/>
                    <a:pt x="1949" y="2709"/>
                  </a:cubicBezTo>
                  <a:lnTo>
                    <a:pt x="1949" y="4101"/>
                  </a:lnTo>
                  <a:lnTo>
                    <a:pt x="1443" y="3594"/>
                  </a:lnTo>
                  <a:lnTo>
                    <a:pt x="886" y="4151"/>
                  </a:lnTo>
                  <a:lnTo>
                    <a:pt x="2329" y="5594"/>
                  </a:lnTo>
                  <a:lnTo>
                    <a:pt x="3772" y="4151"/>
                  </a:lnTo>
                  <a:lnTo>
                    <a:pt x="3215" y="3594"/>
                  </a:lnTo>
                  <a:lnTo>
                    <a:pt x="2709" y="4101"/>
                  </a:lnTo>
                  <a:lnTo>
                    <a:pt x="2709" y="2709"/>
                  </a:lnTo>
                  <a:cubicBezTo>
                    <a:pt x="2709" y="1215"/>
                    <a:pt x="1494" y="1"/>
                    <a:pt x="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p6"/>
            <p:cNvSpPr/>
            <p:nvPr/>
          </p:nvSpPr>
          <p:spPr>
            <a:xfrm>
              <a:off x="-3080947" y="1249394"/>
              <a:ext cx="413425" cy="64058"/>
            </a:xfrm>
            <a:custGeom>
              <a:rect b="b" l="l" r="r" t="t"/>
              <a:pathLst>
                <a:path extrusionOk="0" h="2051" w="13237">
                  <a:moveTo>
                    <a:pt x="0" y="0"/>
                  </a:moveTo>
                  <a:lnTo>
                    <a:pt x="0" y="760"/>
                  </a:lnTo>
                  <a:lnTo>
                    <a:pt x="380" y="760"/>
                  </a:lnTo>
                  <a:cubicBezTo>
                    <a:pt x="1594" y="760"/>
                    <a:pt x="2657" y="1266"/>
                    <a:pt x="3442" y="2050"/>
                  </a:cubicBezTo>
                  <a:lnTo>
                    <a:pt x="9794" y="2050"/>
                  </a:lnTo>
                  <a:cubicBezTo>
                    <a:pt x="10579" y="1266"/>
                    <a:pt x="11667" y="760"/>
                    <a:pt x="12856" y="760"/>
                  </a:cubicBezTo>
                  <a:lnTo>
                    <a:pt x="13236" y="760"/>
                  </a:lnTo>
                  <a:lnTo>
                    <a:pt x="1323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p6"/>
            <p:cNvSpPr/>
            <p:nvPr/>
          </p:nvSpPr>
          <p:spPr>
            <a:xfrm>
              <a:off x="-2954487" y="1337907"/>
              <a:ext cx="161285" cy="64870"/>
            </a:xfrm>
            <a:custGeom>
              <a:rect b="b" l="l" r="r" t="t"/>
              <a:pathLst>
                <a:path extrusionOk="0" h="2077" w="5164">
                  <a:moveTo>
                    <a:pt x="0" y="1"/>
                  </a:moveTo>
                  <a:cubicBezTo>
                    <a:pt x="355" y="608"/>
                    <a:pt x="582" y="1317"/>
                    <a:pt x="608" y="2076"/>
                  </a:cubicBezTo>
                  <a:lnTo>
                    <a:pt x="4556" y="2076"/>
                  </a:lnTo>
                  <a:cubicBezTo>
                    <a:pt x="4581" y="1317"/>
                    <a:pt x="4783" y="608"/>
                    <a:pt x="516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3" name="Google Shape;1683;p6"/>
            <p:cNvSpPr/>
            <p:nvPr/>
          </p:nvSpPr>
          <p:spPr>
            <a:xfrm>
              <a:off x="-2935528" y="1427232"/>
              <a:ext cx="122556" cy="64058"/>
            </a:xfrm>
            <a:custGeom>
              <a:rect b="b" l="l" r="r" t="t"/>
              <a:pathLst>
                <a:path extrusionOk="0" h="2051" w="3924">
                  <a:moveTo>
                    <a:pt x="1" y="1"/>
                  </a:moveTo>
                  <a:lnTo>
                    <a:pt x="1" y="2051"/>
                  </a:lnTo>
                  <a:lnTo>
                    <a:pt x="3923" y="2051"/>
                  </a:lnTo>
                  <a:lnTo>
                    <a:pt x="392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4" name="Google Shape;1684;p6"/>
          <p:cNvGrpSpPr/>
          <p:nvPr/>
        </p:nvGrpSpPr>
        <p:grpSpPr>
          <a:xfrm>
            <a:off x="784656" y="1393781"/>
            <a:ext cx="726139" cy="722374"/>
            <a:chOff x="-4491875" y="1926796"/>
            <a:chExt cx="413425" cy="414205"/>
          </a:xfrm>
        </p:grpSpPr>
        <p:sp>
          <p:nvSpPr>
            <p:cNvPr id="1685" name="Google Shape;1685;p6"/>
            <p:cNvSpPr/>
            <p:nvPr/>
          </p:nvSpPr>
          <p:spPr>
            <a:xfrm>
              <a:off x="-4491875" y="2218445"/>
              <a:ext cx="413425" cy="49816"/>
            </a:xfrm>
            <a:custGeom>
              <a:rect b="b" l="l" r="r" t="t"/>
              <a:pathLst>
                <a:path extrusionOk="0" h="1595" w="13237">
                  <a:moveTo>
                    <a:pt x="1" y="1"/>
                  </a:moveTo>
                  <a:lnTo>
                    <a:pt x="1" y="1595"/>
                  </a:lnTo>
                  <a:lnTo>
                    <a:pt x="13237" y="1595"/>
                  </a:lnTo>
                  <a:lnTo>
                    <a:pt x="1323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p6"/>
            <p:cNvSpPr/>
            <p:nvPr/>
          </p:nvSpPr>
          <p:spPr>
            <a:xfrm>
              <a:off x="-4491875" y="1976580"/>
              <a:ext cx="97258" cy="218190"/>
            </a:xfrm>
            <a:custGeom>
              <a:rect b="b" l="l" r="r" t="t"/>
              <a:pathLst>
                <a:path extrusionOk="0" h="6986" w="3114">
                  <a:moveTo>
                    <a:pt x="1" y="0"/>
                  </a:moveTo>
                  <a:lnTo>
                    <a:pt x="1" y="6985"/>
                  </a:lnTo>
                  <a:lnTo>
                    <a:pt x="3114" y="6985"/>
                  </a:lnTo>
                  <a:lnTo>
                    <a:pt x="311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7" name="Google Shape;1687;p6"/>
            <p:cNvSpPr/>
            <p:nvPr/>
          </p:nvSpPr>
          <p:spPr>
            <a:xfrm>
              <a:off x="-4175709" y="1976580"/>
              <a:ext cx="97258" cy="218190"/>
            </a:xfrm>
            <a:custGeom>
              <a:rect b="b" l="l" r="r" t="t"/>
              <a:pathLst>
                <a:path extrusionOk="0" h="6986" w="3114">
                  <a:moveTo>
                    <a:pt x="1" y="0"/>
                  </a:moveTo>
                  <a:lnTo>
                    <a:pt x="1" y="6985"/>
                  </a:lnTo>
                  <a:lnTo>
                    <a:pt x="3114" y="6985"/>
                  </a:lnTo>
                  <a:lnTo>
                    <a:pt x="311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8" name="Google Shape;1688;p6"/>
            <p:cNvSpPr/>
            <p:nvPr/>
          </p:nvSpPr>
          <p:spPr>
            <a:xfrm>
              <a:off x="-4394648" y="2291966"/>
              <a:ext cx="218971" cy="49035"/>
            </a:xfrm>
            <a:custGeom>
              <a:rect b="b" l="l" r="r" t="t"/>
              <a:pathLst>
                <a:path extrusionOk="0" h="1570" w="7011">
                  <a:moveTo>
                    <a:pt x="1570" y="0"/>
                  </a:moveTo>
                  <a:lnTo>
                    <a:pt x="1570" y="785"/>
                  </a:lnTo>
                  <a:lnTo>
                    <a:pt x="1" y="785"/>
                  </a:lnTo>
                  <a:lnTo>
                    <a:pt x="1" y="1569"/>
                  </a:lnTo>
                  <a:lnTo>
                    <a:pt x="7011" y="1569"/>
                  </a:lnTo>
                  <a:lnTo>
                    <a:pt x="7011" y="785"/>
                  </a:lnTo>
                  <a:lnTo>
                    <a:pt x="5442" y="785"/>
                  </a:lnTo>
                  <a:lnTo>
                    <a:pt x="544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p6"/>
            <p:cNvSpPr/>
            <p:nvPr/>
          </p:nvSpPr>
          <p:spPr>
            <a:xfrm>
              <a:off x="-4248418" y="1928358"/>
              <a:ext cx="46661" cy="48254"/>
            </a:xfrm>
            <a:custGeom>
              <a:rect b="b" l="l" r="r" t="t"/>
              <a:pathLst>
                <a:path extrusionOk="0" h="1545" w="1494">
                  <a:moveTo>
                    <a:pt x="0" y="1"/>
                  </a:moveTo>
                  <a:lnTo>
                    <a:pt x="0" y="1544"/>
                  </a:lnTo>
                  <a:lnTo>
                    <a:pt x="1494" y="1544"/>
                  </a:lnTo>
                  <a:cubicBezTo>
                    <a:pt x="1342" y="785"/>
                    <a:pt x="760" y="152"/>
                    <a:pt x="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0" name="Google Shape;1690;p6"/>
            <p:cNvSpPr/>
            <p:nvPr/>
          </p:nvSpPr>
          <p:spPr>
            <a:xfrm>
              <a:off x="-4370131" y="1926796"/>
              <a:ext cx="169967" cy="267975"/>
            </a:xfrm>
            <a:custGeom>
              <a:rect b="b" l="l" r="r" t="t"/>
              <a:pathLst>
                <a:path extrusionOk="0" h="8580" w="5442">
                  <a:moveTo>
                    <a:pt x="3113" y="3138"/>
                  </a:moveTo>
                  <a:lnTo>
                    <a:pt x="3113" y="3897"/>
                  </a:lnTo>
                  <a:lnTo>
                    <a:pt x="785" y="3897"/>
                  </a:lnTo>
                  <a:lnTo>
                    <a:pt x="785" y="3138"/>
                  </a:lnTo>
                  <a:close/>
                  <a:moveTo>
                    <a:pt x="4657" y="3138"/>
                  </a:moveTo>
                  <a:lnTo>
                    <a:pt x="4657" y="3897"/>
                  </a:lnTo>
                  <a:lnTo>
                    <a:pt x="3872" y="3897"/>
                  </a:lnTo>
                  <a:lnTo>
                    <a:pt x="3872" y="3138"/>
                  </a:lnTo>
                  <a:close/>
                  <a:moveTo>
                    <a:pt x="1544" y="4682"/>
                  </a:moveTo>
                  <a:lnTo>
                    <a:pt x="1544" y="5466"/>
                  </a:lnTo>
                  <a:lnTo>
                    <a:pt x="785" y="5466"/>
                  </a:lnTo>
                  <a:lnTo>
                    <a:pt x="785" y="4682"/>
                  </a:lnTo>
                  <a:close/>
                  <a:moveTo>
                    <a:pt x="4657" y="4682"/>
                  </a:moveTo>
                  <a:lnTo>
                    <a:pt x="4657" y="5466"/>
                  </a:lnTo>
                  <a:lnTo>
                    <a:pt x="2328" y="5466"/>
                  </a:lnTo>
                  <a:lnTo>
                    <a:pt x="2328" y="4682"/>
                  </a:lnTo>
                  <a:close/>
                  <a:moveTo>
                    <a:pt x="3113" y="6251"/>
                  </a:moveTo>
                  <a:lnTo>
                    <a:pt x="3113" y="7010"/>
                  </a:lnTo>
                  <a:lnTo>
                    <a:pt x="785" y="7010"/>
                  </a:lnTo>
                  <a:lnTo>
                    <a:pt x="785" y="6251"/>
                  </a:lnTo>
                  <a:close/>
                  <a:moveTo>
                    <a:pt x="4657" y="6251"/>
                  </a:moveTo>
                  <a:lnTo>
                    <a:pt x="4657" y="7010"/>
                  </a:lnTo>
                  <a:lnTo>
                    <a:pt x="3872" y="7010"/>
                  </a:lnTo>
                  <a:lnTo>
                    <a:pt x="3872" y="6251"/>
                  </a:lnTo>
                  <a:close/>
                  <a:moveTo>
                    <a:pt x="0" y="0"/>
                  </a:moveTo>
                  <a:lnTo>
                    <a:pt x="0" y="8579"/>
                  </a:lnTo>
                  <a:lnTo>
                    <a:pt x="5441" y="8579"/>
                  </a:lnTo>
                  <a:lnTo>
                    <a:pt x="5441" y="2354"/>
                  </a:lnTo>
                  <a:lnTo>
                    <a:pt x="3113" y="2354"/>
                  </a:lnTo>
                  <a:lnTo>
                    <a:pt x="31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91" name="Google Shape;1691;p6"/>
          <p:cNvGrpSpPr/>
          <p:nvPr/>
        </p:nvGrpSpPr>
        <p:grpSpPr>
          <a:xfrm>
            <a:off x="786519" y="3009726"/>
            <a:ext cx="722387" cy="619193"/>
            <a:chOff x="-5680678" y="2585989"/>
            <a:chExt cx="414237" cy="358081"/>
          </a:xfrm>
        </p:grpSpPr>
        <p:sp>
          <p:nvSpPr>
            <p:cNvPr id="1692" name="Google Shape;1692;p6"/>
            <p:cNvSpPr/>
            <p:nvPr/>
          </p:nvSpPr>
          <p:spPr>
            <a:xfrm>
              <a:off x="-5552625" y="2585989"/>
              <a:ext cx="64839" cy="67212"/>
            </a:xfrm>
            <a:custGeom>
              <a:rect b="b" l="l" r="r" t="t"/>
              <a:pathLst>
                <a:path extrusionOk="0" h="2152" w="2076">
                  <a:moveTo>
                    <a:pt x="1418" y="1"/>
                  </a:moveTo>
                  <a:lnTo>
                    <a:pt x="1" y="2152"/>
                  </a:lnTo>
                  <a:lnTo>
                    <a:pt x="937" y="2152"/>
                  </a:lnTo>
                  <a:lnTo>
                    <a:pt x="2076" y="456"/>
                  </a:lnTo>
                  <a:lnTo>
                    <a:pt x="1418"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3" name="Google Shape;1693;p6"/>
            <p:cNvSpPr/>
            <p:nvPr/>
          </p:nvSpPr>
          <p:spPr>
            <a:xfrm>
              <a:off x="-5459364" y="2585989"/>
              <a:ext cx="64870" cy="67212"/>
            </a:xfrm>
            <a:custGeom>
              <a:rect b="b" l="l" r="r" t="t"/>
              <a:pathLst>
                <a:path extrusionOk="0" h="2152" w="2077">
                  <a:moveTo>
                    <a:pt x="659" y="1"/>
                  </a:moveTo>
                  <a:lnTo>
                    <a:pt x="1" y="456"/>
                  </a:lnTo>
                  <a:lnTo>
                    <a:pt x="1140" y="2152"/>
                  </a:lnTo>
                  <a:lnTo>
                    <a:pt x="2076" y="2152"/>
                  </a:lnTo>
                  <a:lnTo>
                    <a:pt x="65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4" name="Google Shape;1694;p6"/>
            <p:cNvSpPr/>
            <p:nvPr/>
          </p:nvSpPr>
          <p:spPr>
            <a:xfrm>
              <a:off x="-5680678" y="2653170"/>
              <a:ext cx="414237" cy="72772"/>
            </a:xfrm>
            <a:custGeom>
              <a:rect b="b" l="l" r="r" t="t"/>
              <a:pathLst>
                <a:path extrusionOk="0" h="2330" w="13263">
                  <a:moveTo>
                    <a:pt x="1" y="1"/>
                  </a:moveTo>
                  <a:lnTo>
                    <a:pt x="1" y="2329"/>
                  </a:lnTo>
                  <a:lnTo>
                    <a:pt x="13262" y="2329"/>
                  </a:lnTo>
                  <a:lnTo>
                    <a:pt x="13262" y="1"/>
                  </a:lnTo>
                  <a:lnTo>
                    <a:pt x="9162" y="1"/>
                  </a:lnTo>
                  <a:lnTo>
                    <a:pt x="10073" y="1317"/>
                  </a:lnTo>
                  <a:lnTo>
                    <a:pt x="9415" y="1772"/>
                  </a:lnTo>
                  <a:lnTo>
                    <a:pt x="8226" y="1"/>
                  </a:lnTo>
                  <a:lnTo>
                    <a:pt x="5037" y="1"/>
                  </a:lnTo>
                  <a:lnTo>
                    <a:pt x="3848" y="1772"/>
                  </a:lnTo>
                  <a:lnTo>
                    <a:pt x="3190" y="1317"/>
                  </a:lnTo>
                  <a:lnTo>
                    <a:pt x="41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p6"/>
            <p:cNvSpPr/>
            <p:nvPr/>
          </p:nvSpPr>
          <p:spPr>
            <a:xfrm>
              <a:off x="-5654599" y="2749616"/>
              <a:ext cx="362047" cy="194454"/>
            </a:xfrm>
            <a:custGeom>
              <a:rect b="b" l="l" r="r" t="t"/>
              <a:pathLst>
                <a:path extrusionOk="0" h="6226" w="11592">
                  <a:moveTo>
                    <a:pt x="5417" y="1164"/>
                  </a:moveTo>
                  <a:lnTo>
                    <a:pt x="5417" y="1949"/>
                  </a:lnTo>
                  <a:lnTo>
                    <a:pt x="2304" y="1949"/>
                  </a:lnTo>
                  <a:lnTo>
                    <a:pt x="2304" y="1164"/>
                  </a:lnTo>
                  <a:close/>
                  <a:moveTo>
                    <a:pt x="9289" y="1164"/>
                  </a:moveTo>
                  <a:lnTo>
                    <a:pt x="9289" y="1949"/>
                  </a:lnTo>
                  <a:lnTo>
                    <a:pt x="6176" y="1949"/>
                  </a:lnTo>
                  <a:lnTo>
                    <a:pt x="6176" y="1164"/>
                  </a:lnTo>
                  <a:close/>
                  <a:moveTo>
                    <a:pt x="5417" y="2734"/>
                  </a:moveTo>
                  <a:lnTo>
                    <a:pt x="5417" y="3493"/>
                  </a:lnTo>
                  <a:lnTo>
                    <a:pt x="2304" y="3493"/>
                  </a:lnTo>
                  <a:lnTo>
                    <a:pt x="2304" y="2734"/>
                  </a:lnTo>
                  <a:close/>
                  <a:moveTo>
                    <a:pt x="9289" y="2734"/>
                  </a:moveTo>
                  <a:lnTo>
                    <a:pt x="9289" y="3493"/>
                  </a:lnTo>
                  <a:lnTo>
                    <a:pt x="6176" y="3493"/>
                  </a:lnTo>
                  <a:lnTo>
                    <a:pt x="6176" y="2734"/>
                  </a:lnTo>
                  <a:close/>
                  <a:moveTo>
                    <a:pt x="5417" y="4277"/>
                  </a:moveTo>
                  <a:lnTo>
                    <a:pt x="5417" y="5062"/>
                  </a:lnTo>
                  <a:lnTo>
                    <a:pt x="2304" y="5062"/>
                  </a:lnTo>
                  <a:lnTo>
                    <a:pt x="2304" y="4277"/>
                  </a:lnTo>
                  <a:close/>
                  <a:moveTo>
                    <a:pt x="9289" y="4277"/>
                  </a:moveTo>
                  <a:lnTo>
                    <a:pt x="9289" y="5062"/>
                  </a:lnTo>
                  <a:lnTo>
                    <a:pt x="6176" y="5062"/>
                  </a:lnTo>
                  <a:lnTo>
                    <a:pt x="6176" y="4277"/>
                  </a:lnTo>
                  <a:close/>
                  <a:moveTo>
                    <a:pt x="1" y="0"/>
                  </a:moveTo>
                  <a:lnTo>
                    <a:pt x="760" y="6226"/>
                  </a:lnTo>
                  <a:lnTo>
                    <a:pt x="10833" y="6226"/>
                  </a:lnTo>
                  <a:lnTo>
                    <a:pt x="1159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96" name="Google Shape;1696;p6"/>
          <p:cNvGrpSpPr/>
          <p:nvPr/>
        </p:nvGrpSpPr>
        <p:grpSpPr>
          <a:xfrm>
            <a:off x="5111456" y="3009726"/>
            <a:ext cx="722374" cy="505671"/>
            <a:chOff x="-2378278" y="2585989"/>
            <a:chExt cx="414205" cy="290900"/>
          </a:xfrm>
        </p:grpSpPr>
        <p:sp>
          <p:nvSpPr>
            <p:cNvPr id="1697" name="Google Shape;1697;p6"/>
            <p:cNvSpPr/>
            <p:nvPr/>
          </p:nvSpPr>
          <p:spPr>
            <a:xfrm>
              <a:off x="-2134821" y="2658698"/>
              <a:ext cx="24518" cy="24549"/>
            </a:xfrm>
            <a:custGeom>
              <a:rect b="b" l="l" r="r" t="t"/>
              <a:pathLst>
                <a:path extrusionOk="0" h="786" w="785">
                  <a:moveTo>
                    <a:pt x="405" y="1"/>
                  </a:moveTo>
                  <a:cubicBezTo>
                    <a:pt x="178" y="1"/>
                    <a:pt x="0" y="178"/>
                    <a:pt x="0" y="406"/>
                  </a:cubicBezTo>
                  <a:cubicBezTo>
                    <a:pt x="0" y="608"/>
                    <a:pt x="178" y="785"/>
                    <a:pt x="405" y="785"/>
                  </a:cubicBezTo>
                  <a:lnTo>
                    <a:pt x="785" y="785"/>
                  </a:lnTo>
                  <a:lnTo>
                    <a:pt x="785" y="406"/>
                  </a:lnTo>
                  <a:cubicBezTo>
                    <a:pt x="785" y="178"/>
                    <a:pt x="608" y="1"/>
                    <a:pt x="40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8" name="Google Shape;1698;p6"/>
            <p:cNvSpPr/>
            <p:nvPr/>
          </p:nvSpPr>
          <p:spPr>
            <a:xfrm>
              <a:off x="-2086598" y="2658698"/>
              <a:ext cx="24518" cy="24549"/>
            </a:xfrm>
            <a:custGeom>
              <a:rect b="b" l="l" r="r" t="t"/>
              <a:pathLst>
                <a:path extrusionOk="0" h="786" w="785">
                  <a:moveTo>
                    <a:pt x="405" y="1"/>
                  </a:moveTo>
                  <a:cubicBezTo>
                    <a:pt x="177" y="1"/>
                    <a:pt x="0" y="178"/>
                    <a:pt x="0" y="406"/>
                  </a:cubicBezTo>
                  <a:lnTo>
                    <a:pt x="0" y="785"/>
                  </a:lnTo>
                  <a:lnTo>
                    <a:pt x="405" y="785"/>
                  </a:lnTo>
                  <a:cubicBezTo>
                    <a:pt x="608" y="785"/>
                    <a:pt x="785" y="608"/>
                    <a:pt x="785" y="406"/>
                  </a:cubicBezTo>
                  <a:cubicBezTo>
                    <a:pt x="785" y="178"/>
                    <a:pt x="608" y="1"/>
                    <a:pt x="40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9" name="Google Shape;1699;p6"/>
            <p:cNvSpPr/>
            <p:nvPr/>
          </p:nvSpPr>
          <p:spPr>
            <a:xfrm>
              <a:off x="-2378278" y="2585989"/>
              <a:ext cx="153383" cy="152571"/>
            </a:xfrm>
            <a:custGeom>
              <a:rect b="b" l="l" r="r" t="t"/>
              <a:pathLst>
                <a:path extrusionOk="0" h="4885" w="4911">
                  <a:moveTo>
                    <a:pt x="1" y="1"/>
                  </a:moveTo>
                  <a:lnTo>
                    <a:pt x="1" y="4885"/>
                  </a:lnTo>
                  <a:lnTo>
                    <a:pt x="491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0" name="Google Shape;1700;p6"/>
            <p:cNvSpPr/>
            <p:nvPr/>
          </p:nvSpPr>
          <p:spPr>
            <a:xfrm>
              <a:off x="-2134821" y="2755925"/>
              <a:ext cx="72740" cy="48254"/>
            </a:xfrm>
            <a:custGeom>
              <a:rect b="b" l="l" r="r" t="t"/>
              <a:pathLst>
                <a:path extrusionOk="0" h="1545" w="2329">
                  <a:moveTo>
                    <a:pt x="0" y="1"/>
                  </a:moveTo>
                  <a:lnTo>
                    <a:pt x="0" y="1545"/>
                  </a:lnTo>
                  <a:lnTo>
                    <a:pt x="2329" y="1545"/>
                  </a:lnTo>
                  <a:lnTo>
                    <a:pt x="232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1" name="Google Shape;1701;p6"/>
            <p:cNvSpPr/>
            <p:nvPr/>
          </p:nvSpPr>
          <p:spPr>
            <a:xfrm>
              <a:off x="-2378278" y="2585989"/>
              <a:ext cx="414205" cy="290900"/>
            </a:xfrm>
            <a:custGeom>
              <a:rect b="b" l="l" r="r" t="t"/>
              <a:pathLst>
                <a:path extrusionOk="0" h="9314" w="13262">
                  <a:moveTo>
                    <a:pt x="4683" y="5442"/>
                  </a:moveTo>
                  <a:lnTo>
                    <a:pt x="4683" y="6226"/>
                  </a:lnTo>
                  <a:lnTo>
                    <a:pt x="1570" y="6226"/>
                  </a:lnTo>
                  <a:lnTo>
                    <a:pt x="1570" y="5442"/>
                  </a:lnTo>
                  <a:close/>
                  <a:moveTo>
                    <a:pt x="4683" y="6986"/>
                  </a:moveTo>
                  <a:lnTo>
                    <a:pt x="4683" y="7770"/>
                  </a:lnTo>
                  <a:lnTo>
                    <a:pt x="1570" y="7770"/>
                  </a:lnTo>
                  <a:lnTo>
                    <a:pt x="1570" y="6986"/>
                  </a:lnTo>
                  <a:close/>
                  <a:moveTo>
                    <a:pt x="9744" y="1570"/>
                  </a:moveTo>
                  <a:cubicBezTo>
                    <a:pt x="10377" y="1570"/>
                    <a:pt x="10908" y="2076"/>
                    <a:pt x="10908" y="2734"/>
                  </a:cubicBezTo>
                  <a:cubicBezTo>
                    <a:pt x="10908" y="2860"/>
                    <a:pt x="10883" y="2987"/>
                    <a:pt x="10832" y="3113"/>
                  </a:cubicBezTo>
                  <a:lnTo>
                    <a:pt x="11668" y="3113"/>
                  </a:lnTo>
                  <a:lnTo>
                    <a:pt x="11668" y="5442"/>
                  </a:lnTo>
                  <a:lnTo>
                    <a:pt x="10908" y="5442"/>
                  </a:lnTo>
                  <a:lnTo>
                    <a:pt x="10908" y="7770"/>
                  </a:lnTo>
                  <a:lnTo>
                    <a:pt x="7011" y="7770"/>
                  </a:lnTo>
                  <a:lnTo>
                    <a:pt x="7011" y="5442"/>
                  </a:lnTo>
                  <a:lnTo>
                    <a:pt x="6252" y="5442"/>
                  </a:lnTo>
                  <a:lnTo>
                    <a:pt x="6252" y="3113"/>
                  </a:lnTo>
                  <a:lnTo>
                    <a:pt x="7087" y="3113"/>
                  </a:lnTo>
                  <a:cubicBezTo>
                    <a:pt x="7062" y="2987"/>
                    <a:pt x="7036" y="2860"/>
                    <a:pt x="7036" y="2734"/>
                  </a:cubicBezTo>
                  <a:cubicBezTo>
                    <a:pt x="7036" y="2076"/>
                    <a:pt x="7542" y="1570"/>
                    <a:pt x="8200" y="1570"/>
                  </a:cubicBezTo>
                  <a:cubicBezTo>
                    <a:pt x="8479" y="1570"/>
                    <a:pt x="8757" y="1671"/>
                    <a:pt x="8960" y="1873"/>
                  </a:cubicBezTo>
                  <a:cubicBezTo>
                    <a:pt x="9162" y="1671"/>
                    <a:pt x="9440" y="1570"/>
                    <a:pt x="9744" y="1570"/>
                  </a:cubicBezTo>
                  <a:close/>
                  <a:moveTo>
                    <a:pt x="5999" y="1"/>
                  </a:moveTo>
                  <a:lnTo>
                    <a:pt x="1" y="5999"/>
                  </a:lnTo>
                  <a:lnTo>
                    <a:pt x="1" y="9314"/>
                  </a:lnTo>
                  <a:lnTo>
                    <a:pt x="13262" y="9314"/>
                  </a:lnTo>
                  <a:lnTo>
                    <a:pt x="1326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2" name="Google Shape;1702;p6"/>
            <p:cNvSpPr/>
            <p:nvPr/>
          </p:nvSpPr>
          <p:spPr>
            <a:xfrm>
              <a:off x="-2158526" y="2707733"/>
              <a:ext cx="120963" cy="23737"/>
            </a:xfrm>
            <a:custGeom>
              <a:rect b="b" l="l" r="r" t="t"/>
              <a:pathLst>
                <a:path extrusionOk="0" h="760" w="3873">
                  <a:moveTo>
                    <a:pt x="0" y="0"/>
                  </a:moveTo>
                  <a:lnTo>
                    <a:pt x="0" y="759"/>
                  </a:lnTo>
                  <a:lnTo>
                    <a:pt x="3872" y="759"/>
                  </a:lnTo>
                  <a:lnTo>
                    <a:pt x="387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6" name="Shape 1706"/>
        <p:cNvGrpSpPr/>
        <p:nvPr/>
      </p:nvGrpSpPr>
      <p:grpSpPr>
        <a:xfrm>
          <a:off x="0" y="0"/>
          <a:ext cx="0" cy="0"/>
          <a:chOff x="0" y="0"/>
          <a:chExt cx="0" cy="0"/>
        </a:xfrm>
      </p:grpSpPr>
      <p:sp>
        <p:nvSpPr>
          <p:cNvPr id="1707" name="Google Shape;1707;p7"/>
          <p:cNvSpPr txBox="1"/>
          <p:nvPr>
            <p:ph type="title"/>
          </p:nvPr>
        </p:nvSpPr>
        <p:spPr>
          <a:xfrm>
            <a:off x="713225" y="520925"/>
            <a:ext cx="7717500" cy="708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200"/>
              <a:buNone/>
            </a:pPr>
            <a:r>
              <a:rPr lang="en"/>
              <a:t>Rumus</a:t>
            </a:r>
            <a:endParaRPr/>
          </a:p>
        </p:txBody>
      </p:sp>
      <p:grpSp>
        <p:nvGrpSpPr>
          <p:cNvPr id="1708" name="Google Shape;1708;p7"/>
          <p:cNvGrpSpPr/>
          <p:nvPr/>
        </p:nvGrpSpPr>
        <p:grpSpPr>
          <a:xfrm>
            <a:off x="840064" y="1651117"/>
            <a:ext cx="3372300" cy="2269347"/>
            <a:chOff x="763864" y="1515650"/>
            <a:chExt cx="3372300" cy="2269347"/>
          </a:xfrm>
        </p:grpSpPr>
        <p:sp>
          <p:nvSpPr>
            <p:cNvPr id="1709" name="Google Shape;1709;p7"/>
            <p:cNvSpPr/>
            <p:nvPr/>
          </p:nvSpPr>
          <p:spPr>
            <a:xfrm>
              <a:off x="763864" y="1515650"/>
              <a:ext cx="3372300" cy="5541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chemeClr val="lt1"/>
                  </a:solidFill>
                  <a:latin typeface="Manrope SemiBold"/>
                  <a:ea typeface="Manrope SemiBold"/>
                  <a:cs typeface="Manrope SemiBold"/>
                  <a:sym typeface="Manrope SemiBold"/>
                </a:rPr>
                <a:t>Standard Deviation</a:t>
              </a:r>
              <a:endParaRPr b="0" i="0" sz="2200" u="none" cap="none" strike="noStrike">
                <a:solidFill>
                  <a:srgbClr val="000000"/>
                </a:solidFill>
                <a:latin typeface="Manrope"/>
                <a:ea typeface="Manrope"/>
                <a:cs typeface="Manrope"/>
                <a:sym typeface="Manrope"/>
              </a:endParaRPr>
            </a:p>
          </p:txBody>
        </p:sp>
        <p:pic>
          <p:nvPicPr>
            <p:cNvPr id="1710" name="Google Shape;1710;p7"/>
            <p:cNvPicPr preferRelativeResize="0"/>
            <p:nvPr/>
          </p:nvPicPr>
          <p:blipFill rotWithShape="1">
            <a:blip r:embed="rId3">
              <a:alphaModFix/>
            </a:blip>
            <a:srcRect b="0" l="0" r="0" t="0"/>
            <a:stretch/>
          </p:blipFill>
          <p:spPr>
            <a:xfrm>
              <a:off x="805266" y="2069750"/>
              <a:ext cx="3330898" cy="1715247"/>
            </a:xfrm>
            <a:prstGeom prst="rect">
              <a:avLst/>
            </a:prstGeom>
            <a:noFill/>
            <a:ln>
              <a:noFill/>
            </a:ln>
          </p:spPr>
        </p:pic>
      </p:grpSp>
      <p:grpSp>
        <p:nvGrpSpPr>
          <p:cNvPr id="1711" name="Google Shape;1711;p7"/>
          <p:cNvGrpSpPr/>
          <p:nvPr/>
        </p:nvGrpSpPr>
        <p:grpSpPr>
          <a:xfrm>
            <a:off x="5058425" y="1282532"/>
            <a:ext cx="3372300" cy="1137644"/>
            <a:chOff x="5007839" y="1515650"/>
            <a:chExt cx="3372300" cy="1137644"/>
          </a:xfrm>
        </p:grpSpPr>
        <p:sp>
          <p:nvSpPr>
            <p:cNvPr id="1712" name="Google Shape;1712;p7"/>
            <p:cNvSpPr/>
            <p:nvPr/>
          </p:nvSpPr>
          <p:spPr>
            <a:xfrm>
              <a:off x="5007839" y="1515650"/>
              <a:ext cx="3372300" cy="5541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chemeClr val="lt1"/>
                  </a:solidFill>
                  <a:latin typeface="Manrope SemiBold"/>
                  <a:ea typeface="Manrope SemiBold"/>
                  <a:cs typeface="Manrope SemiBold"/>
                  <a:sym typeface="Manrope SemiBold"/>
                </a:rPr>
                <a:t>Range</a:t>
              </a:r>
              <a:endParaRPr b="0" i="0" sz="2200" u="none" cap="none" strike="noStrike">
                <a:solidFill>
                  <a:srgbClr val="000000"/>
                </a:solidFill>
                <a:latin typeface="Manrope"/>
                <a:ea typeface="Manrope"/>
                <a:cs typeface="Manrope"/>
                <a:sym typeface="Manrope"/>
              </a:endParaRPr>
            </a:p>
          </p:txBody>
        </p:sp>
        <p:pic>
          <p:nvPicPr>
            <p:cNvPr id="1713" name="Google Shape;1713;p7"/>
            <p:cNvPicPr preferRelativeResize="0"/>
            <p:nvPr/>
          </p:nvPicPr>
          <p:blipFill rotWithShape="1">
            <a:blip r:embed="rId4">
              <a:alphaModFix/>
            </a:blip>
            <a:srcRect b="0" l="0" r="0" t="0"/>
            <a:stretch/>
          </p:blipFill>
          <p:spPr>
            <a:xfrm>
              <a:off x="5007839" y="2059655"/>
              <a:ext cx="3372300" cy="593639"/>
            </a:xfrm>
            <a:prstGeom prst="rect">
              <a:avLst/>
            </a:prstGeom>
            <a:noFill/>
            <a:ln>
              <a:noFill/>
            </a:ln>
          </p:spPr>
        </p:pic>
      </p:grpSp>
      <p:grpSp>
        <p:nvGrpSpPr>
          <p:cNvPr id="1714" name="Google Shape;1714;p7"/>
          <p:cNvGrpSpPr/>
          <p:nvPr/>
        </p:nvGrpSpPr>
        <p:grpSpPr>
          <a:xfrm>
            <a:off x="5058425" y="2726180"/>
            <a:ext cx="3372300" cy="2117634"/>
            <a:chOff x="5007839" y="2760250"/>
            <a:chExt cx="3372300" cy="2117634"/>
          </a:xfrm>
        </p:grpSpPr>
        <p:pic>
          <p:nvPicPr>
            <p:cNvPr id="1715" name="Google Shape;1715;p7"/>
            <p:cNvPicPr preferRelativeResize="0"/>
            <p:nvPr/>
          </p:nvPicPr>
          <p:blipFill rotWithShape="1">
            <a:blip r:embed="rId5">
              <a:alphaModFix/>
            </a:blip>
            <a:srcRect b="0" l="0" r="0" t="0"/>
            <a:stretch/>
          </p:blipFill>
          <p:spPr>
            <a:xfrm>
              <a:off x="5007839" y="3197299"/>
              <a:ext cx="3372300" cy="1680585"/>
            </a:xfrm>
            <a:prstGeom prst="rect">
              <a:avLst/>
            </a:prstGeom>
            <a:noFill/>
            <a:ln>
              <a:noFill/>
            </a:ln>
          </p:spPr>
        </p:pic>
        <p:sp>
          <p:nvSpPr>
            <p:cNvPr id="1716" name="Google Shape;1716;p7"/>
            <p:cNvSpPr/>
            <p:nvPr/>
          </p:nvSpPr>
          <p:spPr>
            <a:xfrm>
              <a:off x="5007839" y="2760250"/>
              <a:ext cx="3372300" cy="5541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chemeClr val="lt1"/>
                  </a:solidFill>
                  <a:latin typeface="Manrope SemiBold"/>
                  <a:ea typeface="Manrope SemiBold"/>
                  <a:cs typeface="Manrope SemiBold"/>
                  <a:sym typeface="Manrope SemiBold"/>
                </a:rPr>
                <a:t>Variance </a:t>
              </a:r>
              <a:endParaRPr b="0" i="0" sz="2200" u="none" cap="none" strike="noStrike">
                <a:solidFill>
                  <a:srgbClr val="000000"/>
                </a:solidFill>
                <a:latin typeface="Manrope"/>
                <a:ea typeface="Manrope"/>
                <a:cs typeface="Manrope"/>
                <a:sym typeface="Manrope"/>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0" name="Shape 1720"/>
        <p:cNvGrpSpPr/>
        <p:nvPr/>
      </p:nvGrpSpPr>
      <p:grpSpPr>
        <a:xfrm>
          <a:off x="0" y="0"/>
          <a:ext cx="0" cy="0"/>
          <a:chOff x="0" y="0"/>
          <a:chExt cx="0" cy="0"/>
        </a:xfrm>
      </p:grpSpPr>
      <p:pic>
        <p:nvPicPr>
          <p:cNvPr id="1721" name="Google Shape;1721;p8"/>
          <p:cNvPicPr preferRelativeResize="0"/>
          <p:nvPr/>
        </p:nvPicPr>
        <p:blipFill rotWithShape="1">
          <a:blip r:embed="rId3">
            <a:alphaModFix/>
          </a:blip>
          <a:srcRect b="0" l="0" r="0" t="0"/>
          <a:stretch/>
        </p:blipFill>
        <p:spPr>
          <a:xfrm>
            <a:off x="1568160" y="672043"/>
            <a:ext cx="6075363" cy="4124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siness Cost Analysis Blue variant by Slidesgo">
  <a:themeElements>
    <a:clrScheme name="Simple Light">
      <a:dk1>
        <a:srgbClr val="434343"/>
      </a:dk1>
      <a:lt1>
        <a:srgbClr val="EBF0FA"/>
      </a:lt1>
      <a:dk2>
        <a:srgbClr val="B7B7B7"/>
      </a:dk2>
      <a:lt2>
        <a:srgbClr val="234C8C"/>
      </a:lt2>
      <a:accent1>
        <a:srgbClr val="000000"/>
      </a:accent1>
      <a:accent2>
        <a:srgbClr val="FFFFFF"/>
      </a:accent2>
      <a:accent3>
        <a:srgbClr val="FFFFFF"/>
      </a:accent3>
      <a:accent4>
        <a:srgbClr val="FFFFFF"/>
      </a:accent4>
      <a:accent5>
        <a:srgbClr val="FFFFFF"/>
      </a:accent5>
      <a:accent6>
        <a:srgbClr val="FFFFFF"/>
      </a:accent6>
      <a:hlink>
        <a:srgbClr val="261E1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 vivobook</dc:creator>
</cp:coreProperties>
</file>